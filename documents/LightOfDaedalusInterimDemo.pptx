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italic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Montserra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d328fad9b_3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d328fad9b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1d328fad9b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1d328fad9b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</a:t>
            </a:r>
            <a:r>
              <a:rPr lang="en"/>
              <a:t>about</a:t>
            </a:r>
            <a:r>
              <a:rPr lang="en"/>
              <a:t> current color that you have and possibility of unlocking new ones that you can use in next levels….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</a:t>
            </a:r>
            <a:r>
              <a:rPr lang="en"/>
              <a:t>reflective</a:t>
            </a:r>
            <a:r>
              <a:rPr lang="en"/>
              <a:t> surface work and how they change the outgoing color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d328fad9b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d328fad9b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will just play around and explore the freedom the VR HMD can deliver even when the position of player is static …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introducing a more challenging and harder puzzle…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d328fad9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d328fad9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each level where you unlock new obstacle you can navigate to our main menu where you can testout and play with these unlocked features as much as you want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4015f6b1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4015f6b1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 (add teleportation to specific anchors if desired in play testing)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d328fad9b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1d328fad9b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 (add teleportation to specific anchors if desired in play testing)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d328fad9b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d328fad9b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 (add teleportation to specific anchors if desired in play testing)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d328fad9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d328fad9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 (add teleportation to specific anchors if desired in play testing)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d328fad9b_3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1d328fad9b_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2" name="Google Shape;10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1" name="Google Shape;121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2" name="Google Shape;1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5" name="Google Shape;12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4" name="Google Shape;13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7" name="Google Shape;137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F0D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F0D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9" name="Google Shape;99;p25"/>
          <p:cNvPicPr preferRelativeResize="0"/>
          <p:nvPr/>
        </p:nvPicPr>
        <p:blipFill>
          <a:blip r:embed="rId1">
            <a:alphaModFix amt="68000"/>
          </a:blip>
          <a:stretch>
            <a:fillRect/>
          </a:stretch>
        </p:blipFill>
        <p:spPr>
          <a:xfrm>
            <a:off x="-741033" y="174350"/>
            <a:ext cx="3814965" cy="514349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hyperlink" Target="https://github.com/Leoche/Svg-Circular-Maze-Generator" TargetMode="External"/><Relationship Id="rId6" Type="http://schemas.openxmlformats.org/officeDocument/2006/relationships/hyperlink" Target="https://www.deviantart.com/bapabst/art/Minotaur-18015009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0D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5362" y="2192725"/>
            <a:ext cx="332422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7"/>
          <p:cNvPicPr preferRelativeResize="0"/>
          <p:nvPr/>
        </p:nvPicPr>
        <p:blipFill rotWithShape="1">
          <a:blip r:embed="rId4">
            <a:alphaModFix/>
          </a:blip>
          <a:srcRect b="0" l="79" r="89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ntium Basic"/>
                <a:ea typeface="Gentium Basic"/>
                <a:cs typeface="Gentium Basic"/>
                <a:sym typeface="Gentium Basic"/>
              </a:rPr>
              <a:t>Light of Daedalus</a:t>
            </a:r>
            <a:endParaRPr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48" name="Google Shape;148;p37"/>
          <p:cNvSpPr txBox="1"/>
          <p:nvPr/>
        </p:nvSpPr>
        <p:spPr>
          <a:xfrm>
            <a:off x="2958875" y="3576375"/>
            <a:ext cx="36558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Games Lab summer 2022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Tobias Mesmer, Tim Simecek, Imen Hellali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Design Progress - L1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38"/>
          <p:cNvSpPr txBox="1"/>
          <p:nvPr/>
        </p:nvSpPr>
        <p:spPr>
          <a:xfrm>
            <a:off x="3073925" y="4944675"/>
            <a:ext cx="56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Games Lab summer 2022: Tobias Mesmer, Tim Simecek, Imen Hellali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38"/>
          <p:cNvPicPr preferRelativeResize="0"/>
          <p:nvPr/>
        </p:nvPicPr>
        <p:blipFill rotWithShape="1">
          <a:blip r:embed="rId3">
            <a:alphaModFix/>
          </a:blip>
          <a:srcRect b="0" l="5651" r="0" t="0"/>
          <a:stretch/>
        </p:blipFill>
        <p:spPr>
          <a:xfrm>
            <a:off x="1057026" y="1041075"/>
            <a:ext cx="7278700" cy="362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Design Progress - L2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9"/>
          <p:cNvSpPr txBox="1"/>
          <p:nvPr/>
        </p:nvSpPr>
        <p:spPr>
          <a:xfrm>
            <a:off x="3073925" y="4944675"/>
            <a:ext cx="56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Games Lab summer 2022: Tobias Mesmer, Tim Simecek, Imen Hellali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700" y="1104750"/>
            <a:ext cx="6241002" cy="355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Design Progress - MainMenu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40"/>
          <p:cNvSpPr txBox="1"/>
          <p:nvPr/>
        </p:nvSpPr>
        <p:spPr>
          <a:xfrm>
            <a:off x="3073925" y="4944675"/>
            <a:ext cx="56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Games Lab summer 2022: Tobias Mesmer, Tim Simecek, Imen Hellali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0"/>
          <p:cNvPicPr preferRelativeResize="0"/>
          <p:nvPr/>
        </p:nvPicPr>
        <p:blipFill rotWithShape="1">
          <a:blip r:embed="rId3">
            <a:alphaModFix/>
          </a:blip>
          <a:srcRect b="0" l="16777" r="0" t="0"/>
          <a:stretch/>
        </p:blipFill>
        <p:spPr>
          <a:xfrm>
            <a:off x="4728838" y="1290000"/>
            <a:ext cx="3148315" cy="30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6853" y="1290000"/>
            <a:ext cx="3276107" cy="3042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Technical Challenges - Modeling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41"/>
          <p:cNvSpPr txBox="1"/>
          <p:nvPr/>
        </p:nvSpPr>
        <p:spPr>
          <a:xfrm>
            <a:off x="3073925" y="4944675"/>
            <a:ext cx="56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Games Lab summer 2022: Tobias Mesmer, Tim Simecek, Imen Hellali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2203" y="1158450"/>
            <a:ext cx="5139596" cy="34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Technical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Challenges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- Reflectors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42"/>
          <p:cNvSpPr txBox="1"/>
          <p:nvPr/>
        </p:nvSpPr>
        <p:spPr>
          <a:xfrm>
            <a:off x="3073925" y="4944675"/>
            <a:ext cx="56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Games Lab summer 2022: Tobias Mesmer, Tim Simecek, Imen Hellali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42"/>
          <p:cNvPicPr preferRelativeResize="0"/>
          <p:nvPr/>
        </p:nvPicPr>
        <p:blipFill rotWithShape="1">
          <a:blip r:embed="rId3">
            <a:alphaModFix/>
          </a:blip>
          <a:srcRect b="0" l="0" r="17985" t="0"/>
          <a:stretch/>
        </p:blipFill>
        <p:spPr>
          <a:xfrm>
            <a:off x="4922738" y="1188700"/>
            <a:ext cx="2613312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7700" y="1188700"/>
            <a:ext cx="2627287" cy="34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Technical Challenges - Cloaked Obstacles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43"/>
          <p:cNvSpPr txBox="1"/>
          <p:nvPr/>
        </p:nvSpPr>
        <p:spPr>
          <a:xfrm>
            <a:off x="3073925" y="4944675"/>
            <a:ext cx="56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Games Lab summer 2022: Tobias Mesmer, Tim Simecek, Imen Hellali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725" y="1170125"/>
            <a:ext cx="3884113" cy="362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Technical Challenges - Custom Shaders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4"/>
          <p:cNvSpPr txBox="1"/>
          <p:nvPr/>
        </p:nvSpPr>
        <p:spPr>
          <a:xfrm>
            <a:off x="3073925" y="4944675"/>
            <a:ext cx="56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Games Lab summer 2022: Tobias Mesmer, Tim Simecek, Imen Hellali</a:t>
            </a: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44"/>
          <p:cNvPicPr preferRelativeResize="0"/>
          <p:nvPr/>
        </p:nvPicPr>
        <p:blipFill rotWithShape="1">
          <a:blip r:embed="rId3">
            <a:alphaModFix/>
          </a:blip>
          <a:srcRect b="0" l="5234" r="19237" t="0"/>
          <a:stretch/>
        </p:blipFill>
        <p:spPr>
          <a:xfrm>
            <a:off x="3570125" y="1867550"/>
            <a:ext cx="2409825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025" y="1017725"/>
            <a:ext cx="2371725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4"/>
          <p:cNvPicPr preferRelativeResize="0"/>
          <p:nvPr/>
        </p:nvPicPr>
        <p:blipFill rotWithShape="1">
          <a:blip r:embed="rId5">
            <a:alphaModFix/>
          </a:blip>
          <a:srcRect b="0" l="27655" r="29811" t="40073"/>
          <a:stretch/>
        </p:blipFill>
        <p:spPr>
          <a:xfrm>
            <a:off x="6631314" y="1867550"/>
            <a:ext cx="2119211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5362" y="2192725"/>
            <a:ext cx="332422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5"/>
          <p:cNvPicPr preferRelativeResize="0"/>
          <p:nvPr/>
        </p:nvPicPr>
        <p:blipFill rotWithShape="1">
          <a:blip r:embed="rId4">
            <a:alphaModFix/>
          </a:blip>
          <a:srcRect b="0" l="79" r="89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16" name="Google Shape;216;p45"/>
          <p:cNvSpPr txBox="1"/>
          <p:nvPr/>
        </p:nvSpPr>
        <p:spPr>
          <a:xfrm>
            <a:off x="2323500" y="4663225"/>
            <a:ext cx="64053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Maze: Example Generated maze from </a:t>
            </a:r>
            <a:r>
              <a:rPr lang="en" sz="8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Leoche/Svg-Circular-Maze-Generator: Svg Circular Maze Generator (github.com)</a:t>
            </a:r>
            <a:r>
              <a:rPr lang="en" sz="800">
                <a:solidFill>
                  <a:schemeClr val="dk1"/>
                </a:solidFill>
              </a:rPr>
              <a:t> Minotaur image by bapabst  </a:t>
            </a:r>
            <a:r>
              <a:rPr lang="en" sz="8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Minotaur by bapabst on DeviantArt</a:t>
            </a:r>
            <a:endParaRPr sz="600"/>
          </a:p>
        </p:txBody>
      </p:sp>
      <p:sp>
        <p:nvSpPr>
          <p:cNvPr id="217" name="Google Shape;21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45"/>
          <p:cNvSpPr txBox="1"/>
          <p:nvPr/>
        </p:nvSpPr>
        <p:spPr>
          <a:xfrm>
            <a:off x="2744100" y="2977025"/>
            <a:ext cx="36558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Games Lab summer 2022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Tobias Mesmer, Tim Simecek, Imen Hellali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