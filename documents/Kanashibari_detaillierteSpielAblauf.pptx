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73" r:id="rId6"/>
    <p:sldId id="259" r:id="rId7"/>
    <p:sldId id="262" r:id="rId8"/>
    <p:sldId id="263" r:id="rId9"/>
    <p:sldId id="264" r:id="rId10"/>
    <p:sldId id="284" r:id="rId11"/>
    <p:sldId id="285" r:id="rId12"/>
    <p:sldId id="274" r:id="rId13"/>
    <p:sldId id="283" r:id="rId14"/>
    <p:sldId id="286" r:id="rId15"/>
    <p:sldId id="265" r:id="rId16"/>
    <p:sldId id="282" r:id="rId17"/>
    <p:sldId id="287" r:id="rId18"/>
    <p:sldId id="266" r:id="rId19"/>
    <p:sldId id="281" r:id="rId20"/>
    <p:sldId id="288" r:id="rId21"/>
    <p:sldId id="267" r:id="rId22"/>
    <p:sldId id="280" r:id="rId23"/>
    <p:sldId id="289" r:id="rId24"/>
    <p:sldId id="268" r:id="rId25"/>
    <p:sldId id="290" r:id="rId26"/>
    <p:sldId id="269" r:id="rId27"/>
    <p:sldId id="278" r:id="rId28"/>
    <p:sldId id="291" r:id="rId29"/>
    <p:sldId id="270" r:id="rId30"/>
    <p:sldId id="277" r:id="rId31"/>
    <p:sldId id="292" r:id="rId32"/>
    <p:sldId id="271" r:id="rId33"/>
    <p:sldId id="276" r:id="rId34"/>
    <p:sldId id="293" r:id="rId35"/>
    <p:sldId id="294" r:id="rId36"/>
    <p:sldId id="295" r:id="rId37"/>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F29F2B-2063-4F7E-B316-D3DBDD8D4FDB}" v="218" dt="2020-11-18T18:37:27.3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5" d="100"/>
          <a:sy n="105" d="100"/>
        </p:scale>
        <p:origin x="8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en hellali" userId="f14056de509b6434" providerId="LiveId" clId="{E8F29F2B-2063-4F7E-B316-D3DBDD8D4FDB}"/>
    <pc:docChg chg="undo redo custSel mod addSld delSld modSld">
      <pc:chgData name="imen hellali" userId="f14056de509b6434" providerId="LiveId" clId="{E8F29F2B-2063-4F7E-B316-D3DBDD8D4FDB}" dt="2020-11-18T18:38:10.300" v="1013" actId="20577"/>
      <pc:docMkLst>
        <pc:docMk/>
      </pc:docMkLst>
      <pc:sldChg chg="addSp delSp modSp mod setBg setFolMasterObjs">
        <pc:chgData name="imen hellali" userId="f14056de509b6434" providerId="LiveId" clId="{E8F29F2B-2063-4F7E-B316-D3DBDD8D4FDB}" dt="2020-11-18T16:15:08.970" v="133" actId="1076"/>
        <pc:sldMkLst>
          <pc:docMk/>
          <pc:sldMk cId="3767850302" sldId="256"/>
        </pc:sldMkLst>
        <pc:spChg chg="mod ord">
          <ac:chgData name="imen hellali" userId="f14056de509b6434" providerId="LiveId" clId="{E8F29F2B-2063-4F7E-B316-D3DBDD8D4FDB}" dt="2020-11-18T16:14:47.083" v="129" actId="1076"/>
          <ac:spMkLst>
            <pc:docMk/>
            <pc:sldMk cId="3767850302" sldId="256"/>
            <ac:spMk id="3" creationId="{DC707881-3208-478B-B2E3-E8BE70AA4179}"/>
          </ac:spMkLst>
        </pc:spChg>
        <pc:spChg chg="add mod">
          <ac:chgData name="imen hellali" userId="f14056de509b6434" providerId="LiveId" clId="{E8F29F2B-2063-4F7E-B316-D3DBDD8D4FDB}" dt="2020-11-18T16:15:08.970" v="133" actId="1076"/>
          <ac:spMkLst>
            <pc:docMk/>
            <pc:sldMk cId="3767850302" sldId="256"/>
            <ac:spMk id="5" creationId="{C198C739-4587-4062-B03E-904F0E256816}"/>
          </ac:spMkLst>
        </pc:spChg>
        <pc:spChg chg="mod">
          <ac:chgData name="imen hellali" userId="f14056de509b6434" providerId="LiveId" clId="{E8F29F2B-2063-4F7E-B316-D3DBDD8D4FDB}" dt="2020-11-18T16:14:29.093" v="123" actId="1076"/>
          <ac:spMkLst>
            <pc:docMk/>
            <pc:sldMk cId="3767850302" sldId="256"/>
            <ac:spMk id="25" creationId="{D4ED533F-D302-45A4-A274-986C4BB3A0B0}"/>
          </ac:spMkLst>
        </pc:spChg>
        <pc:spChg chg="add del">
          <ac:chgData name="imen hellali" userId="f14056de509b6434" providerId="LiveId" clId="{E8F29F2B-2063-4F7E-B316-D3DBDD8D4FDB}" dt="2020-11-18T16:13:46.942" v="107" actId="26606"/>
          <ac:spMkLst>
            <pc:docMk/>
            <pc:sldMk cId="3767850302" sldId="256"/>
            <ac:spMk id="30" creationId="{0BC9EFE1-D8CB-4668-9980-DB108327A794}"/>
          </ac:spMkLst>
        </pc:spChg>
        <pc:spChg chg="add del">
          <ac:chgData name="imen hellali" userId="f14056de509b6434" providerId="LiveId" clId="{E8F29F2B-2063-4F7E-B316-D3DBDD8D4FDB}" dt="2020-11-18T16:13:46.942" v="107" actId="26606"/>
          <ac:spMkLst>
            <pc:docMk/>
            <pc:sldMk cId="3767850302" sldId="256"/>
            <ac:spMk id="34" creationId="{77DA6D33-2D62-458C-BF5D-DBF612FD557E}"/>
          </ac:spMkLst>
        </pc:spChg>
        <pc:spChg chg="add">
          <ac:chgData name="imen hellali" userId="f14056de509b6434" providerId="LiveId" clId="{E8F29F2B-2063-4F7E-B316-D3DBDD8D4FDB}" dt="2020-11-18T16:13:46.969" v="108" actId="26606"/>
          <ac:spMkLst>
            <pc:docMk/>
            <pc:sldMk cId="3767850302" sldId="256"/>
            <ac:spMk id="36" creationId="{0BC9EFE1-D8CB-4668-9980-DB108327A794}"/>
          </ac:spMkLst>
        </pc:spChg>
        <pc:spChg chg="add">
          <ac:chgData name="imen hellali" userId="f14056de509b6434" providerId="LiveId" clId="{E8F29F2B-2063-4F7E-B316-D3DBDD8D4FDB}" dt="2020-11-18T16:13:46.969" v="108" actId="26606"/>
          <ac:spMkLst>
            <pc:docMk/>
            <pc:sldMk cId="3767850302" sldId="256"/>
            <ac:spMk id="38" creationId="{77DA6D33-2D62-458C-BF5D-DBF612FD557E}"/>
          </ac:spMkLst>
        </pc:spChg>
        <pc:picChg chg="add mod ord">
          <ac:chgData name="imen hellali" userId="f14056de509b6434" providerId="LiveId" clId="{E8F29F2B-2063-4F7E-B316-D3DBDD8D4FDB}" dt="2020-11-18T16:15:02.333" v="132" actId="1076"/>
          <ac:picMkLst>
            <pc:docMk/>
            <pc:sldMk cId="3767850302" sldId="256"/>
            <ac:picMk id="4" creationId="{6CA2C52C-E3A6-453E-A63F-82D949FB5629}"/>
          </ac:picMkLst>
        </pc:picChg>
        <pc:picChg chg="add del">
          <ac:chgData name="imen hellali" userId="f14056de509b6434" providerId="LiveId" clId="{E8F29F2B-2063-4F7E-B316-D3DBDD8D4FDB}" dt="2020-11-18T16:13:46.942" v="107" actId="26606"/>
          <ac:picMkLst>
            <pc:docMk/>
            <pc:sldMk cId="3767850302" sldId="256"/>
            <ac:picMk id="32" creationId="{7CBAE1BD-B8E4-4029-8AA2-C77E4FED9864}"/>
          </ac:picMkLst>
        </pc:picChg>
        <pc:picChg chg="add">
          <ac:chgData name="imen hellali" userId="f14056de509b6434" providerId="LiveId" clId="{E8F29F2B-2063-4F7E-B316-D3DBDD8D4FDB}" dt="2020-11-18T16:13:46.969" v="108" actId="26606"/>
          <ac:picMkLst>
            <pc:docMk/>
            <pc:sldMk cId="3767850302" sldId="256"/>
            <ac:picMk id="37" creationId="{7CBAE1BD-B8E4-4029-8AA2-C77E4FED9864}"/>
          </ac:picMkLst>
        </pc:picChg>
      </pc:sldChg>
      <pc:sldChg chg="addSp modSp mod setBg">
        <pc:chgData name="imen hellali" userId="f14056de509b6434" providerId="LiveId" clId="{E8F29F2B-2063-4F7E-B316-D3DBDD8D4FDB}" dt="2020-11-18T16:12:35.112" v="104" actId="26606"/>
        <pc:sldMkLst>
          <pc:docMk/>
          <pc:sldMk cId="2139857042" sldId="257"/>
        </pc:sldMkLst>
        <pc:spChg chg="mod">
          <ac:chgData name="imen hellali" userId="f14056de509b6434" providerId="LiveId" clId="{E8F29F2B-2063-4F7E-B316-D3DBDD8D4FDB}" dt="2020-11-18T16:12:35.112" v="104" actId="26606"/>
          <ac:spMkLst>
            <pc:docMk/>
            <pc:sldMk cId="2139857042" sldId="257"/>
            <ac:spMk id="2" creationId="{3AE0C9B3-AF3B-469D-9CFA-63E2D8A6D737}"/>
          </ac:spMkLst>
        </pc:spChg>
        <pc:spChg chg="add mod ord">
          <ac:chgData name="imen hellali" userId="f14056de509b6434" providerId="LiveId" clId="{E8F29F2B-2063-4F7E-B316-D3DBDD8D4FDB}" dt="2020-11-18T16:12:35.112" v="104" actId="26606"/>
          <ac:spMkLst>
            <pc:docMk/>
            <pc:sldMk cId="2139857042" sldId="257"/>
            <ac:spMk id="3" creationId="{C0F39896-DCE6-45C8-9FB8-A80DFC166719}"/>
          </ac:spMkLst>
        </pc:spChg>
        <pc:spChg chg="mod">
          <ac:chgData name="imen hellali" userId="f14056de509b6434" providerId="LiveId" clId="{E8F29F2B-2063-4F7E-B316-D3DBDD8D4FDB}" dt="2020-11-18T16:12:35.112" v="104" actId="26606"/>
          <ac:spMkLst>
            <pc:docMk/>
            <pc:sldMk cId="2139857042" sldId="257"/>
            <ac:spMk id="4" creationId="{22CDDC1A-B356-4D5A-8029-6FD754703027}"/>
          </ac:spMkLst>
        </pc:spChg>
        <pc:spChg chg="add">
          <ac:chgData name="imen hellali" userId="f14056de509b6434" providerId="LiveId" clId="{E8F29F2B-2063-4F7E-B316-D3DBDD8D4FDB}" dt="2020-11-18T16:12:35.112" v="104" actId="26606"/>
          <ac:spMkLst>
            <pc:docMk/>
            <pc:sldMk cId="2139857042" sldId="257"/>
            <ac:spMk id="10" creationId="{49CD2D09-B1BB-4DF5-9E1C-3D21B21EDEFD}"/>
          </ac:spMkLst>
        </pc:spChg>
        <pc:spChg chg="add">
          <ac:chgData name="imen hellali" userId="f14056de509b6434" providerId="LiveId" clId="{E8F29F2B-2063-4F7E-B316-D3DBDD8D4FDB}" dt="2020-11-18T16:12:35.112" v="104" actId="26606"/>
          <ac:spMkLst>
            <pc:docMk/>
            <pc:sldMk cId="2139857042" sldId="257"/>
            <ac:spMk id="14" creationId="{967C29FE-FD32-4AFB-AD20-DBDF5864B2D8}"/>
          </ac:spMkLst>
        </pc:spChg>
        <pc:picChg chg="add mod">
          <ac:chgData name="imen hellali" userId="f14056de509b6434" providerId="LiveId" clId="{E8F29F2B-2063-4F7E-B316-D3DBDD8D4FDB}" dt="2020-11-18T16:12:35.112" v="104" actId="26606"/>
          <ac:picMkLst>
            <pc:docMk/>
            <pc:sldMk cId="2139857042" sldId="257"/>
            <ac:picMk id="5" creationId="{04A305C4-8F16-49F2-A79D-BC680E3F2635}"/>
          </ac:picMkLst>
        </pc:picChg>
        <pc:picChg chg="add">
          <ac:chgData name="imen hellali" userId="f14056de509b6434" providerId="LiveId" clId="{E8F29F2B-2063-4F7E-B316-D3DBDD8D4FDB}" dt="2020-11-18T16:12:35.112" v="104" actId="26606"/>
          <ac:picMkLst>
            <pc:docMk/>
            <pc:sldMk cId="2139857042" sldId="257"/>
            <ac:picMk id="12" creationId="{83355637-BA71-4F63-94C9-E77BF81BDFC0}"/>
          </ac:picMkLst>
        </pc:picChg>
      </pc:sldChg>
      <pc:sldChg chg="addSp modSp mod setBg">
        <pc:chgData name="imen hellali" userId="f14056de509b6434" providerId="LiveId" clId="{E8F29F2B-2063-4F7E-B316-D3DBDD8D4FDB}" dt="2020-11-18T16:37:18.278" v="256" actId="20577"/>
        <pc:sldMkLst>
          <pc:docMk/>
          <pc:sldMk cId="16297111" sldId="258"/>
        </pc:sldMkLst>
        <pc:spChg chg="mod">
          <ac:chgData name="imen hellali" userId="f14056de509b6434" providerId="LiveId" clId="{E8F29F2B-2063-4F7E-B316-D3DBDD8D4FDB}" dt="2020-11-18T16:30:13.057" v="139" actId="26606"/>
          <ac:spMkLst>
            <pc:docMk/>
            <pc:sldMk cId="16297111" sldId="258"/>
            <ac:spMk id="2" creationId="{61121DA6-DA70-4980-81C0-B4A82D8D25D0}"/>
          </ac:spMkLst>
        </pc:spChg>
        <pc:spChg chg="mod">
          <ac:chgData name="imen hellali" userId="f14056de509b6434" providerId="LiveId" clId="{E8F29F2B-2063-4F7E-B316-D3DBDD8D4FDB}" dt="2020-11-18T16:30:13.057" v="139" actId="26606"/>
          <ac:spMkLst>
            <pc:docMk/>
            <pc:sldMk cId="16297111" sldId="258"/>
            <ac:spMk id="3" creationId="{403EC514-3143-41B7-BDA9-EE9B55E1F9B4}"/>
          </ac:spMkLst>
        </pc:spChg>
        <pc:spChg chg="add mod ord">
          <ac:chgData name="imen hellali" userId="f14056de509b6434" providerId="LiveId" clId="{E8F29F2B-2063-4F7E-B316-D3DBDD8D4FDB}" dt="2020-11-18T16:37:18.278" v="256" actId="20577"/>
          <ac:spMkLst>
            <pc:docMk/>
            <pc:sldMk cId="16297111" sldId="258"/>
            <ac:spMk id="4" creationId="{749D8BDA-B5F1-48B6-9269-09DD3FB0A6CB}"/>
          </ac:spMkLst>
        </pc:spChg>
        <pc:spChg chg="add">
          <ac:chgData name="imen hellali" userId="f14056de509b6434" providerId="LiveId" clId="{E8F29F2B-2063-4F7E-B316-D3DBDD8D4FDB}" dt="2020-11-18T16:30:13.057" v="139" actId="26606"/>
          <ac:spMkLst>
            <pc:docMk/>
            <pc:sldMk cId="16297111" sldId="258"/>
            <ac:spMk id="71" creationId="{49CD2D09-B1BB-4DF5-9E1C-3D21B21EDEFD}"/>
          </ac:spMkLst>
        </pc:spChg>
        <pc:spChg chg="add">
          <ac:chgData name="imen hellali" userId="f14056de509b6434" providerId="LiveId" clId="{E8F29F2B-2063-4F7E-B316-D3DBDD8D4FDB}" dt="2020-11-18T16:30:13.057" v="139" actId="26606"/>
          <ac:spMkLst>
            <pc:docMk/>
            <pc:sldMk cId="16297111" sldId="258"/>
            <ac:spMk id="75" creationId="{967C29FE-FD32-4AFB-AD20-DBDF5864B2D8}"/>
          </ac:spMkLst>
        </pc:spChg>
        <pc:picChg chg="add">
          <ac:chgData name="imen hellali" userId="f14056de509b6434" providerId="LiveId" clId="{E8F29F2B-2063-4F7E-B316-D3DBDD8D4FDB}" dt="2020-11-18T16:30:13.057" v="139" actId="26606"/>
          <ac:picMkLst>
            <pc:docMk/>
            <pc:sldMk cId="16297111" sldId="258"/>
            <ac:picMk id="73" creationId="{83355637-BA71-4F63-94C9-E77BF81BDFC0}"/>
          </ac:picMkLst>
        </pc:picChg>
        <pc:picChg chg="add mod">
          <ac:chgData name="imen hellali" userId="f14056de509b6434" providerId="LiveId" clId="{E8F29F2B-2063-4F7E-B316-D3DBDD8D4FDB}" dt="2020-11-18T16:30:13.057" v="139" actId="26606"/>
          <ac:picMkLst>
            <pc:docMk/>
            <pc:sldMk cId="16297111" sldId="258"/>
            <ac:picMk id="1026" creationId="{4C966E3D-9610-4F55-909D-319281D6015A}"/>
          </ac:picMkLst>
        </pc:picChg>
      </pc:sldChg>
      <pc:sldChg chg="addSp delSp modSp mod setBg">
        <pc:chgData name="imen hellali" userId="f14056de509b6434" providerId="LiveId" clId="{E8F29F2B-2063-4F7E-B316-D3DBDD8D4FDB}" dt="2020-11-18T16:42:46.389" v="286"/>
        <pc:sldMkLst>
          <pc:docMk/>
          <pc:sldMk cId="4195717891" sldId="259"/>
        </pc:sldMkLst>
        <pc:spChg chg="mod">
          <ac:chgData name="imen hellali" userId="f14056de509b6434" providerId="LiveId" clId="{E8F29F2B-2063-4F7E-B316-D3DBDD8D4FDB}" dt="2020-11-18T16:42:40.413" v="284" actId="26606"/>
          <ac:spMkLst>
            <pc:docMk/>
            <pc:sldMk cId="4195717891" sldId="259"/>
            <ac:spMk id="2" creationId="{3085D238-38F3-433F-8591-89D2E130EBB8}"/>
          </ac:spMkLst>
        </pc:spChg>
        <pc:spChg chg="mod">
          <ac:chgData name="imen hellali" userId="f14056de509b6434" providerId="LiveId" clId="{E8F29F2B-2063-4F7E-B316-D3DBDD8D4FDB}" dt="2020-11-18T16:42:40.413" v="284" actId="26606"/>
          <ac:spMkLst>
            <pc:docMk/>
            <pc:sldMk cId="4195717891" sldId="259"/>
            <ac:spMk id="3" creationId="{71619540-97F9-4645-A2D4-E73E69E93DAA}"/>
          </ac:spMkLst>
        </pc:spChg>
        <pc:spChg chg="add del mod ord">
          <ac:chgData name="imen hellali" userId="f14056de509b6434" providerId="LiveId" clId="{E8F29F2B-2063-4F7E-B316-D3DBDD8D4FDB}" dt="2020-11-18T16:42:44.987" v="285" actId="478"/>
          <ac:spMkLst>
            <pc:docMk/>
            <pc:sldMk cId="4195717891" sldId="259"/>
            <ac:spMk id="4" creationId="{36C1728C-1E39-4641-B233-C8F6C7F981D8}"/>
          </ac:spMkLst>
        </pc:spChg>
        <pc:spChg chg="add del">
          <ac:chgData name="imen hellali" userId="f14056de509b6434" providerId="LiveId" clId="{E8F29F2B-2063-4F7E-B316-D3DBDD8D4FDB}" dt="2020-11-18T16:33:14.286" v="187" actId="26606"/>
          <ac:spMkLst>
            <pc:docMk/>
            <pc:sldMk cId="4195717891" sldId="259"/>
            <ac:spMk id="11" creationId="{49CD2D09-B1BB-4DF5-9E1C-3D21B21EDEFD}"/>
          </ac:spMkLst>
        </pc:spChg>
        <pc:spChg chg="add">
          <ac:chgData name="imen hellali" userId="f14056de509b6434" providerId="LiveId" clId="{E8F29F2B-2063-4F7E-B316-D3DBDD8D4FDB}" dt="2020-11-18T16:42:40.413" v="284" actId="26606"/>
          <ac:spMkLst>
            <pc:docMk/>
            <pc:sldMk cId="4195717891" sldId="259"/>
            <ac:spMk id="12" creationId="{49CD2D09-B1BB-4DF5-9E1C-3D21B21EDEFD}"/>
          </ac:spMkLst>
        </pc:spChg>
        <pc:spChg chg="add del">
          <ac:chgData name="imen hellali" userId="f14056de509b6434" providerId="LiveId" clId="{E8F29F2B-2063-4F7E-B316-D3DBDD8D4FDB}" dt="2020-11-18T16:33:14.286" v="187" actId="26606"/>
          <ac:spMkLst>
            <pc:docMk/>
            <pc:sldMk cId="4195717891" sldId="259"/>
            <ac:spMk id="15" creationId="{967C29FE-FD32-4AFB-AD20-DBDF5864B2D8}"/>
          </ac:spMkLst>
        </pc:spChg>
        <pc:spChg chg="add">
          <ac:chgData name="imen hellali" userId="f14056de509b6434" providerId="LiveId" clId="{E8F29F2B-2063-4F7E-B316-D3DBDD8D4FDB}" dt="2020-11-18T16:42:46.389" v="286"/>
          <ac:spMkLst>
            <pc:docMk/>
            <pc:sldMk cId="4195717891" sldId="259"/>
            <ac:spMk id="18" creationId="{18272C9A-FB16-480C-9911-7E96493FA631}"/>
          </ac:spMkLst>
        </pc:spChg>
        <pc:spChg chg="add">
          <ac:chgData name="imen hellali" userId="f14056de509b6434" providerId="LiveId" clId="{E8F29F2B-2063-4F7E-B316-D3DBDD8D4FDB}" dt="2020-11-18T16:42:40.413" v="284" actId="26606"/>
          <ac:spMkLst>
            <pc:docMk/>
            <pc:sldMk cId="4195717891" sldId="259"/>
            <ac:spMk id="19" creationId="{967C29FE-FD32-4AFB-AD20-DBDF5864B2D8}"/>
          </ac:spMkLst>
        </pc:spChg>
        <pc:picChg chg="add del mod">
          <ac:chgData name="imen hellali" userId="f14056de509b6434" providerId="LiveId" clId="{E8F29F2B-2063-4F7E-B316-D3DBDD8D4FDB}" dt="2020-11-18T16:33:15.118" v="188" actId="931"/>
          <ac:picMkLst>
            <pc:docMk/>
            <pc:sldMk cId="4195717891" sldId="259"/>
            <ac:picMk id="6" creationId="{65B27E3B-E21A-48FE-8057-3BC0E5FEEBB2}"/>
          </ac:picMkLst>
        </pc:picChg>
        <pc:picChg chg="add del mod">
          <ac:chgData name="imen hellali" userId="f14056de509b6434" providerId="LiveId" clId="{E8F29F2B-2063-4F7E-B316-D3DBDD8D4FDB}" dt="2020-11-18T16:42:13.390" v="280" actId="478"/>
          <ac:picMkLst>
            <pc:docMk/>
            <pc:sldMk cId="4195717891" sldId="259"/>
            <ac:picMk id="8" creationId="{D626BEC0-A6E8-47A9-965B-644592B6F70C}"/>
          </ac:picMkLst>
        </pc:picChg>
        <pc:picChg chg="add mod">
          <ac:chgData name="imen hellali" userId="f14056de509b6434" providerId="LiveId" clId="{E8F29F2B-2063-4F7E-B316-D3DBDD8D4FDB}" dt="2020-11-18T16:42:40.413" v="284" actId="26606"/>
          <ac:picMkLst>
            <pc:docMk/>
            <pc:sldMk cId="4195717891" sldId="259"/>
            <ac:picMk id="10" creationId="{BF82DA2C-4DA2-4E78-881E-668EFA24C326}"/>
          </ac:picMkLst>
        </pc:picChg>
        <pc:picChg chg="add del">
          <ac:chgData name="imen hellali" userId="f14056de509b6434" providerId="LiveId" clId="{E8F29F2B-2063-4F7E-B316-D3DBDD8D4FDB}" dt="2020-11-18T16:33:14.286" v="187" actId="26606"/>
          <ac:picMkLst>
            <pc:docMk/>
            <pc:sldMk cId="4195717891" sldId="259"/>
            <ac:picMk id="13" creationId="{83355637-BA71-4F63-94C9-E77BF81BDFC0}"/>
          </ac:picMkLst>
        </pc:picChg>
        <pc:picChg chg="add">
          <ac:chgData name="imen hellali" userId="f14056de509b6434" providerId="LiveId" clId="{E8F29F2B-2063-4F7E-B316-D3DBDD8D4FDB}" dt="2020-11-18T16:42:40.413" v="284" actId="26606"/>
          <ac:picMkLst>
            <pc:docMk/>
            <pc:sldMk cId="4195717891" sldId="259"/>
            <ac:picMk id="17" creationId="{83355637-BA71-4F63-94C9-E77BF81BDFC0}"/>
          </ac:picMkLst>
        </pc:picChg>
      </pc:sldChg>
      <pc:sldChg chg="addSp delSp modSp mod setBg">
        <pc:chgData name="imen hellali" userId="f14056de509b6434" providerId="LiveId" clId="{E8F29F2B-2063-4F7E-B316-D3DBDD8D4FDB}" dt="2020-11-18T16:16:07.071" v="137"/>
        <pc:sldMkLst>
          <pc:docMk/>
          <pc:sldMk cId="1715286047" sldId="261"/>
        </pc:sldMkLst>
        <pc:spChg chg="mod">
          <ac:chgData name="imen hellali" userId="f14056de509b6434" providerId="LiveId" clId="{E8F29F2B-2063-4F7E-B316-D3DBDD8D4FDB}" dt="2020-11-18T16:15:47.777" v="135" actId="26606"/>
          <ac:spMkLst>
            <pc:docMk/>
            <pc:sldMk cId="1715286047" sldId="261"/>
            <ac:spMk id="2" creationId="{0BD019B8-BB84-4135-B710-E8E673C77B50}"/>
          </ac:spMkLst>
        </pc:spChg>
        <pc:spChg chg="mod">
          <ac:chgData name="imen hellali" userId="f14056de509b6434" providerId="LiveId" clId="{E8F29F2B-2063-4F7E-B316-D3DBDD8D4FDB}" dt="2020-11-18T16:15:47.777" v="135" actId="26606"/>
          <ac:spMkLst>
            <pc:docMk/>
            <pc:sldMk cId="1715286047" sldId="261"/>
            <ac:spMk id="3" creationId="{22D713CE-8242-4661-B1D8-73AE6E539A89}"/>
          </ac:spMkLst>
        </pc:spChg>
        <pc:spChg chg="add del mod ord">
          <ac:chgData name="imen hellali" userId="f14056de509b6434" providerId="LiveId" clId="{E8F29F2B-2063-4F7E-B316-D3DBDD8D4FDB}" dt="2020-11-18T16:15:58.872" v="136" actId="478"/>
          <ac:spMkLst>
            <pc:docMk/>
            <pc:sldMk cId="1715286047" sldId="261"/>
            <ac:spMk id="4" creationId="{3B2E2811-EDC3-41BF-A78E-37E76078E4B6}"/>
          </ac:spMkLst>
        </pc:spChg>
        <pc:spChg chg="add">
          <ac:chgData name="imen hellali" userId="f14056de509b6434" providerId="LiveId" clId="{E8F29F2B-2063-4F7E-B316-D3DBDD8D4FDB}" dt="2020-11-18T16:16:07.071" v="137"/>
          <ac:spMkLst>
            <pc:docMk/>
            <pc:sldMk cId="1715286047" sldId="261"/>
            <ac:spMk id="9" creationId="{01A639EE-3603-4301-ABE1-EA14F59D7B25}"/>
          </ac:spMkLst>
        </pc:spChg>
        <pc:spChg chg="add">
          <ac:chgData name="imen hellali" userId="f14056de509b6434" providerId="LiveId" clId="{E8F29F2B-2063-4F7E-B316-D3DBDD8D4FDB}" dt="2020-11-18T16:15:47.777" v="135" actId="26606"/>
          <ac:spMkLst>
            <pc:docMk/>
            <pc:sldMk cId="1715286047" sldId="261"/>
            <ac:spMk id="10" creationId="{49CD2D09-B1BB-4DF5-9E1C-3D21B21EDEFD}"/>
          </ac:spMkLst>
        </pc:spChg>
        <pc:spChg chg="add">
          <ac:chgData name="imen hellali" userId="f14056de509b6434" providerId="LiveId" clId="{E8F29F2B-2063-4F7E-B316-D3DBDD8D4FDB}" dt="2020-11-18T16:15:47.777" v="135" actId="26606"/>
          <ac:spMkLst>
            <pc:docMk/>
            <pc:sldMk cId="1715286047" sldId="261"/>
            <ac:spMk id="14" creationId="{967C29FE-FD32-4AFB-AD20-DBDF5864B2D8}"/>
          </ac:spMkLst>
        </pc:spChg>
        <pc:picChg chg="add mod">
          <ac:chgData name="imen hellali" userId="f14056de509b6434" providerId="LiveId" clId="{E8F29F2B-2063-4F7E-B316-D3DBDD8D4FDB}" dt="2020-11-18T16:15:47.777" v="135" actId="26606"/>
          <ac:picMkLst>
            <pc:docMk/>
            <pc:sldMk cId="1715286047" sldId="261"/>
            <ac:picMk id="5" creationId="{54DC7FCD-64C9-4739-BC7E-63FB59E87452}"/>
          </ac:picMkLst>
        </pc:picChg>
        <pc:picChg chg="add">
          <ac:chgData name="imen hellali" userId="f14056de509b6434" providerId="LiveId" clId="{E8F29F2B-2063-4F7E-B316-D3DBDD8D4FDB}" dt="2020-11-18T16:15:47.777" v="135" actId="26606"/>
          <ac:picMkLst>
            <pc:docMk/>
            <pc:sldMk cId="1715286047" sldId="261"/>
            <ac:picMk id="12" creationId="{83355637-BA71-4F63-94C9-E77BF81BDFC0}"/>
          </ac:picMkLst>
        </pc:picChg>
      </pc:sldChg>
      <pc:sldChg chg="addSp delSp modSp mod setBg">
        <pc:chgData name="imen hellali" userId="f14056de509b6434" providerId="LiveId" clId="{E8F29F2B-2063-4F7E-B316-D3DBDD8D4FDB}" dt="2020-11-18T16:51:34.199" v="400"/>
        <pc:sldMkLst>
          <pc:docMk/>
          <pc:sldMk cId="3473618414" sldId="262"/>
        </pc:sldMkLst>
        <pc:spChg chg="mod">
          <ac:chgData name="imen hellali" userId="f14056de509b6434" providerId="LiveId" clId="{E8F29F2B-2063-4F7E-B316-D3DBDD8D4FDB}" dt="2020-11-18T16:51:29.603" v="398" actId="26606"/>
          <ac:spMkLst>
            <pc:docMk/>
            <pc:sldMk cId="3473618414" sldId="262"/>
            <ac:spMk id="2" creationId="{ED29BAF3-6833-478E-A292-4615DE87F8F8}"/>
          </ac:spMkLst>
        </pc:spChg>
        <pc:spChg chg="mod">
          <ac:chgData name="imen hellali" userId="f14056de509b6434" providerId="LiveId" clId="{E8F29F2B-2063-4F7E-B316-D3DBDD8D4FDB}" dt="2020-11-18T16:51:29.603" v="398" actId="26606"/>
          <ac:spMkLst>
            <pc:docMk/>
            <pc:sldMk cId="3473618414" sldId="262"/>
            <ac:spMk id="3" creationId="{1D7F856B-2F87-4723-BA8B-2CC90C85F46A}"/>
          </ac:spMkLst>
        </pc:spChg>
        <pc:spChg chg="add del mod ord">
          <ac:chgData name="imen hellali" userId="f14056de509b6434" providerId="LiveId" clId="{E8F29F2B-2063-4F7E-B316-D3DBDD8D4FDB}" dt="2020-11-18T16:51:33.371" v="399" actId="478"/>
          <ac:spMkLst>
            <pc:docMk/>
            <pc:sldMk cId="3473618414" sldId="262"/>
            <ac:spMk id="4" creationId="{387CA5EB-5162-467C-9DB7-1D59845D98FD}"/>
          </ac:spMkLst>
        </pc:spChg>
        <pc:spChg chg="add">
          <ac:chgData name="imen hellali" userId="f14056de509b6434" providerId="LiveId" clId="{E8F29F2B-2063-4F7E-B316-D3DBDD8D4FDB}" dt="2020-11-18T16:51:34.199" v="400"/>
          <ac:spMkLst>
            <pc:docMk/>
            <pc:sldMk cId="3473618414" sldId="262"/>
            <ac:spMk id="10" creationId="{A3AB3530-F623-421A-B650-4219366F2D4B}"/>
          </ac:spMkLst>
        </pc:spChg>
        <pc:spChg chg="add">
          <ac:chgData name="imen hellali" userId="f14056de509b6434" providerId="LiveId" clId="{E8F29F2B-2063-4F7E-B316-D3DBDD8D4FDB}" dt="2020-11-18T16:51:29.603" v="398" actId="26606"/>
          <ac:spMkLst>
            <pc:docMk/>
            <pc:sldMk cId="3473618414" sldId="262"/>
            <ac:spMk id="11" creationId="{49CD2D09-B1BB-4DF5-9E1C-3D21B21EDEFD}"/>
          </ac:spMkLst>
        </pc:spChg>
        <pc:spChg chg="add">
          <ac:chgData name="imen hellali" userId="f14056de509b6434" providerId="LiveId" clId="{E8F29F2B-2063-4F7E-B316-D3DBDD8D4FDB}" dt="2020-11-18T16:51:29.603" v="398" actId="26606"/>
          <ac:spMkLst>
            <pc:docMk/>
            <pc:sldMk cId="3473618414" sldId="262"/>
            <ac:spMk id="15" creationId="{967C29FE-FD32-4AFB-AD20-DBDF5864B2D8}"/>
          </ac:spMkLst>
        </pc:spChg>
        <pc:picChg chg="add mod">
          <ac:chgData name="imen hellali" userId="f14056de509b6434" providerId="LiveId" clId="{E8F29F2B-2063-4F7E-B316-D3DBDD8D4FDB}" dt="2020-11-18T16:51:29.603" v="398" actId="26606"/>
          <ac:picMkLst>
            <pc:docMk/>
            <pc:sldMk cId="3473618414" sldId="262"/>
            <ac:picMk id="6" creationId="{BF4DA4D6-2D0E-44CA-BC0F-A205F18B918B}"/>
          </ac:picMkLst>
        </pc:picChg>
        <pc:picChg chg="add">
          <ac:chgData name="imen hellali" userId="f14056de509b6434" providerId="LiveId" clId="{E8F29F2B-2063-4F7E-B316-D3DBDD8D4FDB}" dt="2020-11-18T16:51:29.603" v="398" actId="26606"/>
          <ac:picMkLst>
            <pc:docMk/>
            <pc:sldMk cId="3473618414" sldId="262"/>
            <ac:picMk id="13" creationId="{83355637-BA71-4F63-94C9-E77BF81BDFC0}"/>
          </ac:picMkLst>
        </pc:picChg>
      </pc:sldChg>
      <pc:sldChg chg="addSp delSp modSp mod setBg">
        <pc:chgData name="imen hellali" userId="f14056de509b6434" providerId="LiveId" clId="{E8F29F2B-2063-4F7E-B316-D3DBDD8D4FDB}" dt="2020-11-18T16:49:58.702" v="339"/>
        <pc:sldMkLst>
          <pc:docMk/>
          <pc:sldMk cId="1063772267" sldId="263"/>
        </pc:sldMkLst>
        <pc:spChg chg="mod">
          <ac:chgData name="imen hellali" userId="f14056de509b6434" providerId="LiveId" clId="{E8F29F2B-2063-4F7E-B316-D3DBDD8D4FDB}" dt="2020-11-18T16:49:55.090" v="337" actId="26606"/>
          <ac:spMkLst>
            <pc:docMk/>
            <pc:sldMk cId="1063772267" sldId="263"/>
            <ac:spMk id="2" creationId="{B14FC849-18B6-4A00-99C6-EFFF99AA7386}"/>
          </ac:spMkLst>
        </pc:spChg>
        <pc:spChg chg="mod">
          <ac:chgData name="imen hellali" userId="f14056de509b6434" providerId="LiveId" clId="{E8F29F2B-2063-4F7E-B316-D3DBDD8D4FDB}" dt="2020-11-18T16:49:55.090" v="337" actId="26606"/>
          <ac:spMkLst>
            <pc:docMk/>
            <pc:sldMk cId="1063772267" sldId="263"/>
            <ac:spMk id="3" creationId="{3E027167-1AFB-4B98-B161-DF948EC97472}"/>
          </ac:spMkLst>
        </pc:spChg>
        <pc:spChg chg="add del mod ord">
          <ac:chgData name="imen hellali" userId="f14056de509b6434" providerId="LiveId" clId="{E8F29F2B-2063-4F7E-B316-D3DBDD8D4FDB}" dt="2020-11-18T16:49:57.808" v="338" actId="478"/>
          <ac:spMkLst>
            <pc:docMk/>
            <pc:sldMk cId="1063772267" sldId="263"/>
            <ac:spMk id="4" creationId="{E7B15171-8319-4936-866D-DDCA408D8482}"/>
          </ac:spMkLst>
        </pc:spChg>
        <pc:spChg chg="add">
          <ac:chgData name="imen hellali" userId="f14056de509b6434" providerId="LiveId" clId="{E8F29F2B-2063-4F7E-B316-D3DBDD8D4FDB}" dt="2020-11-18T16:49:58.702" v="339"/>
          <ac:spMkLst>
            <pc:docMk/>
            <pc:sldMk cId="1063772267" sldId="263"/>
            <ac:spMk id="10" creationId="{CF97A1C6-AEF5-4616-A137-DD930924011E}"/>
          </ac:spMkLst>
        </pc:spChg>
        <pc:spChg chg="add">
          <ac:chgData name="imen hellali" userId="f14056de509b6434" providerId="LiveId" clId="{E8F29F2B-2063-4F7E-B316-D3DBDD8D4FDB}" dt="2020-11-18T16:49:55.090" v="337" actId="26606"/>
          <ac:spMkLst>
            <pc:docMk/>
            <pc:sldMk cId="1063772267" sldId="263"/>
            <ac:spMk id="11" creationId="{49CD2D09-B1BB-4DF5-9E1C-3D21B21EDEFD}"/>
          </ac:spMkLst>
        </pc:spChg>
        <pc:spChg chg="add">
          <ac:chgData name="imen hellali" userId="f14056de509b6434" providerId="LiveId" clId="{E8F29F2B-2063-4F7E-B316-D3DBDD8D4FDB}" dt="2020-11-18T16:49:55.090" v="337" actId="26606"/>
          <ac:spMkLst>
            <pc:docMk/>
            <pc:sldMk cId="1063772267" sldId="263"/>
            <ac:spMk id="15" creationId="{967C29FE-FD32-4AFB-AD20-DBDF5864B2D8}"/>
          </ac:spMkLst>
        </pc:spChg>
        <pc:picChg chg="add mod">
          <ac:chgData name="imen hellali" userId="f14056de509b6434" providerId="LiveId" clId="{E8F29F2B-2063-4F7E-B316-D3DBDD8D4FDB}" dt="2020-11-18T16:49:55.090" v="337" actId="26606"/>
          <ac:picMkLst>
            <pc:docMk/>
            <pc:sldMk cId="1063772267" sldId="263"/>
            <ac:picMk id="6" creationId="{8C2B65EC-4A60-4735-BC83-47606BCCFCFF}"/>
          </ac:picMkLst>
        </pc:picChg>
        <pc:picChg chg="add">
          <ac:chgData name="imen hellali" userId="f14056de509b6434" providerId="LiveId" clId="{E8F29F2B-2063-4F7E-B316-D3DBDD8D4FDB}" dt="2020-11-18T16:49:55.090" v="337" actId="26606"/>
          <ac:picMkLst>
            <pc:docMk/>
            <pc:sldMk cId="1063772267" sldId="263"/>
            <ac:picMk id="13" creationId="{83355637-BA71-4F63-94C9-E77BF81BDFC0}"/>
          </ac:picMkLst>
        </pc:picChg>
      </pc:sldChg>
      <pc:sldChg chg="addSp modSp mod setBg">
        <pc:chgData name="imen hellali" userId="f14056de509b6434" providerId="LiveId" clId="{E8F29F2B-2063-4F7E-B316-D3DBDD8D4FDB}" dt="2020-11-18T17:37:00.981" v="547" actId="962"/>
        <pc:sldMkLst>
          <pc:docMk/>
          <pc:sldMk cId="1992204219" sldId="264"/>
        </pc:sldMkLst>
        <pc:spChg chg="mod">
          <ac:chgData name="imen hellali" userId="f14056de509b6434" providerId="LiveId" clId="{E8F29F2B-2063-4F7E-B316-D3DBDD8D4FDB}" dt="2020-11-18T17:37:00.881" v="545" actId="26606"/>
          <ac:spMkLst>
            <pc:docMk/>
            <pc:sldMk cId="1992204219" sldId="264"/>
            <ac:spMk id="2" creationId="{5FAFF8DF-5AE7-4FD5-A08E-3F158DED3EB3}"/>
          </ac:spMkLst>
        </pc:spChg>
        <pc:spChg chg="mod">
          <ac:chgData name="imen hellali" userId="f14056de509b6434" providerId="LiveId" clId="{E8F29F2B-2063-4F7E-B316-D3DBDD8D4FDB}" dt="2020-11-18T17:37:00.881" v="545" actId="26606"/>
          <ac:spMkLst>
            <pc:docMk/>
            <pc:sldMk cId="1992204219" sldId="264"/>
            <ac:spMk id="3" creationId="{3D43C385-3648-45D8-8E97-A61F1F006E94}"/>
          </ac:spMkLst>
        </pc:spChg>
        <pc:spChg chg="add mod ord">
          <ac:chgData name="imen hellali" userId="f14056de509b6434" providerId="LiveId" clId="{E8F29F2B-2063-4F7E-B316-D3DBDD8D4FDB}" dt="2020-11-18T17:37:00.881" v="545" actId="26606"/>
          <ac:spMkLst>
            <pc:docMk/>
            <pc:sldMk cId="1992204219" sldId="264"/>
            <ac:spMk id="4" creationId="{71D44BF5-7ED5-46FA-9697-A30FE1F91F13}"/>
          </ac:spMkLst>
        </pc:spChg>
        <pc:spChg chg="add">
          <ac:chgData name="imen hellali" userId="f14056de509b6434" providerId="LiveId" clId="{E8F29F2B-2063-4F7E-B316-D3DBDD8D4FDB}" dt="2020-11-18T17:37:00.881" v="545" actId="26606"/>
          <ac:spMkLst>
            <pc:docMk/>
            <pc:sldMk cId="1992204219" sldId="264"/>
            <ac:spMk id="11" creationId="{49CD2D09-B1BB-4DF5-9E1C-3D21B21EDEFD}"/>
          </ac:spMkLst>
        </pc:spChg>
        <pc:spChg chg="add">
          <ac:chgData name="imen hellali" userId="f14056de509b6434" providerId="LiveId" clId="{E8F29F2B-2063-4F7E-B316-D3DBDD8D4FDB}" dt="2020-11-18T17:37:00.881" v="545" actId="26606"/>
          <ac:spMkLst>
            <pc:docMk/>
            <pc:sldMk cId="1992204219" sldId="264"/>
            <ac:spMk id="15" creationId="{967C29FE-FD32-4AFB-AD20-DBDF5864B2D8}"/>
          </ac:spMkLst>
        </pc:spChg>
        <pc:picChg chg="add mod">
          <ac:chgData name="imen hellali" userId="f14056de509b6434" providerId="LiveId" clId="{E8F29F2B-2063-4F7E-B316-D3DBDD8D4FDB}" dt="2020-11-18T17:37:00.981" v="547" actId="962"/>
          <ac:picMkLst>
            <pc:docMk/>
            <pc:sldMk cId="1992204219" sldId="264"/>
            <ac:picMk id="6" creationId="{8CB39338-4A72-4FD5-B546-CFEA6E6D71D1}"/>
          </ac:picMkLst>
        </pc:picChg>
        <pc:picChg chg="add">
          <ac:chgData name="imen hellali" userId="f14056de509b6434" providerId="LiveId" clId="{E8F29F2B-2063-4F7E-B316-D3DBDD8D4FDB}" dt="2020-11-18T17:37:00.881" v="545" actId="26606"/>
          <ac:picMkLst>
            <pc:docMk/>
            <pc:sldMk cId="1992204219" sldId="264"/>
            <ac:picMk id="13" creationId="{83355637-BA71-4F63-94C9-E77BF81BDFC0}"/>
          </ac:picMkLst>
        </pc:picChg>
      </pc:sldChg>
      <pc:sldChg chg="addSp delSp modSp mod setBg">
        <pc:chgData name="imen hellali" userId="f14056de509b6434" providerId="LiveId" clId="{E8F29F2B-2063-4F7E-B316-D3DBDD8D4FDB}" dt="2020-11-18T17:55:11.389" v="812"/>
        <pc:sldMkLst>
          <pc:docMk/>
          <pc:sldMk cId="3853368920" sldId="265"/>
        </pc:sldMkLst>
        <pc:spChg chg="mod">
          <ac:chgData name="imen hellali" userId="f14056de509b6434" providerId="LiveId" clId="{E8F29F2B-2063-4F7E-B316-D3DBDD8D4FDB}" dt="2020-11-18T17:55:01.091" v="808" actId="26606"/>
          <ac:spMkLst>
            <pc:docMk/>
            <pc:sldMk cId="3853368920" sldId="265"/>
            <ac:spMk id="2" creationId="{56CA99CF-463D-46DE-B551-42A6EA8B3C4A}"/>
          </ac:spMkLst>
        </pc:spChg>
        <pc:spChg chg="mod">
          <ac:chgData name="imen hellali" userId="f14056de509b6434" providerId="LiveId" clId="{E8F29F2B-2063-4F7E-B316-D3DBDD8D4FDB}" dt="2020-11-18T17:55:01.091" v="808" actId="26606"/>
          <ac:spMkLst>
            <pc:docMk/>
            <pc:sldMk cId="3853368920" sldId="265"/>
            <ac:spMk id="3" creationId="{D9030D15-EC94-470A-9A8F-F877A2F73310}"/>
          </ac:spMkLst>
        </pc:spChg>
        <pc:spChg chg="add del mod ord">
          <ac:chgData name="imen hellali" userId="f14056de509b6434" providerId="LiveId" clId="{E8F29F2B-2063-4F7E-B316-D3DBDD8D4FDB}" dt="2020-11-18T17:55:10.327" v="811" actId="478"/>
          <ac:spMkLst>
            <pc:docMk/>
            <pc:sldMk cId="3853368920" sldId="265"/>
            <ac:spMk id="4" creationId="{1A5D321A-02B9-4B50-8745-059280B976AC}"/>
          </ac:spMkLst>
        </pc:spChg>
        <pc:spChg chg="add">
          <ac:chgData name="imen hellali" userId="f14056de509b6434" providerId="LiveId" clId="{E8F29F2B-2063-4F7E-B316-D3DBDD8D4FDB}" dt="2020-11-18T17:55:11.389" v="812"/>
          <ac:spMkLst>
            <pc:docMk/>
            <pc:sldMk cId="3853368920" sldId="265"/>
            <ac:spMk id="10" creationId="{646B2E01-BD8D-4F50-9552-9EC1DAAA0CCD}"/>
          </ac:spMkLst>
        </pc:spChg>
        <pc:spChg chg="add">
          <ac:chgData name="imen hellali" userId="f14056de509b6434" providerId="LiveId" clId="{E8F29F2B-2063-4F7E-B316-D3DBDD8D4FDB}" dt="2020-11-18T17:55:01.091" v="808" actId="26606"/>
          <ac:spMkLst>
            <pc:docMk/>
            <pc:sldMk cId="3853368920" sldId="265"/>
            <ac:spMk id="11" creationId="{49CD2D09-B1BB-4DF5-9E1C-3D21B21EDEFD}"/>
          </ac:spMkLst>
        </pc:spChg>
        <pc:spChg chg="add">
          <ac:chgData name="imen hellali" userId="f14056de509b6434" providerId="LiveId" clId="{E8F29F2B-2063-4F7E-B316-D3DBDD8D4FDB}" dt="2020-11-18T17:55:01.091" v="808" actId="26606"/>
          <ac:spMkLst>
            <pc:docMk/>
            <pc:sldMk cId="3853368920" sldId="265"/>
            <ac:spMk id="15" creationId="{967C29FE-FD32-4AFB-AD20-DBDF5864B2D8}"/>
          </ac:spMkLst>
        </pc:spChg>
        <pc:picChg chg="add del mod">
          <ac:chgData name="imen hellali" userId="f14056de509b6434" providerId="LiveId" clId="{E8F29F2B-2063-4F7E-B316-D3DBDD8D4FDB}" dt="2020-11-18T17:55:06.561" v="810" actId="478"/>
          <ac:picMkLst>
            <pc:docMk/>
            <pc:sldMk cId="3853368920" sldId="265"/>
            <ac:picMk id="6" creationId="{C7FE02FC-5773-4815-B884-80D17DA906AA}"/>
          </ac:picMkLst>
        </pc:picChg>
        <pc:picChg chg="add">
          <ac:chgData name="imen hellali" userId="f14056de509b6434" providerId="LiveId" clId="{E8F29F2B-2063-4F7E-B316-D3DBDD8D4FDB}" dt="2020-11-18T17:55:01.091" v="808" actId="26606"/>
          <ac:picMkLst>
            <pc:docMk/>
            <pc:sldMk cId="3853368920" sldId="265"/>
            <ac:picMk id="13" creationId="{83355637-BA71-4F63-94C9-E77BF81BDFC0}"/>
          </ac:picMkLst>
        </pc:picChg>
      </pc:sldChg>
      <pc:sldChg chg="addSp modSp mod setBg">
        <pc:chgData name="imen hellali" userId="f14056de509b6434" providerId="LiveId" clId="{E8F29F2B-2063-4F7E-B316-D3DBDD8D4FDB}" dt="2020-11-18T17:56:14.124" v="816" actId="26606"/>
        <pc:sldMkLst>
          <pc:docMk/>
          <pc:sldMk cId="1509946333" sldId="266"/>
        </pc:sldMkLst>
        <pc:spChg chg="mod">
          <ac:chgData name="imen hellali" userId="f14056de509b6434" providerId="LiveId" clId="{E8F29F2B-2063-4F7E-B316-D3DBDD8D4FDB}" dt="2020-11-18T17:56:14.124" v="816" actId="26606"/>
          <ac:spMkLst>
            <pc:docMk/>
            <pc:sldMk cId="1509946333" sldId="266"/>
            <ac:spMk id="2" creationId="{B00FCAE3-7547-4027-8E42-3B5C2C0F3A18}"/>
          </ac:spMkLst>
        </pc:spChg>
        <pc:spChg chg="mod">
          <ac:chgData name="imen hellali" userId="f14056de509b6434" providerId="LiveId" clId="{E8F29F2B-2063-4F7E-B316-D3DBDD8D4FDB}" dt="2020-11-18T17:56:14.124" v="816" actId="26606"/>
          <ac:spMkLst>
            <pc:docMk/>
            <pc:sldMk cId="1509946333" sldId="266"/>
            <ac:spMk id="3" creationId="{9678CDDE-6FAE-4A3B-9065-5E4105AE648F}"/>
          </ac:spMkLst>
        </pc:spChg>
        <pc:spChg chg="add mod ord">
          <ac:chgData name="imen hellali" userId="f14056de509b6434" providerId="LiveId" clId="{E8F29F2B-2063-4F7E-B316-D3DBDD8D4FDB}" dt="2020-11-18T17:56:14.124" v="816" actId="26606"/>
          <ac:spMkLst>
            <pc:docMk/>
            <pc:sldMk cId="1509946333" sldId="266"/>
            <ac:spMk id="4" creationId="{CED1ED42-06B9-4EB1-B4A7-CE96FE7945A7}"/>
          </ac:spMkLst>
        </pc:spChg>
        <pc:spChg chg="add">
          <ac:chgData name="imen hellali" userId="f14056de509b6434" providerId="LiveId" clId="{E8F29F2B-2063-4F7E-B316-D3DBDD8D4FDB}" dt="2020-11-18T17:56:14.124" v="816" actId="26606"/>
          <ac:spMkLst>
            <pc:docMk/>
            <pc:sldMk cId="1509946333" sldId="266"/>
            <ac:spMk id="11" creationId="{49CD2D09-B1BB-4DF5-9E1C-3D21B21EDEFD}"/>
          </ac:spMkLst>
        </pc:spChg>
        <pc:spChg chg="add">
          <ac:chgData name="imen hellali" userId="f14056de509b6434" providerId="LiveId" clId="{E8F29F2B-2063-4F7E-B316-D3DBDD8D4FDB}" dt="2020-11-18T17:56:14.124" v="816" actId="26606"/>
          <ac:spMkLst>
            <pc:docMk/>
            <pc:sldMk cId="1509946333" sldId="266"/>
            <ac:spMk id="15" creationId="{967C29FE-FD32-4AFB-AD20-DBDF5864B2D8}"/>
          </ac:spMkLst>
        </pc:spChg>
        <pc:picChg chg="add mod">
          <ac:chgData name="imen hellali" userId="f14056de509b6434" providerId="LiveId" clId="{E8F29F2B-2063-4F7E-B316-D3DBDD8D4FDB}" dt="2020-11-18T17:56:14.124" v="816" actId="26606"/>
          <ac:picMkLst>
            <pc:docMk/>
            <pc:sldMk cId="1509946333" sldId="266"/>
            <ac:picMk id="6" creationId="{5B0BAACE-D426-4110-8D63-CAFA2F48C7EF}"/>
          </ac:picMkLst>
        </pc:picChg>
        <pc:picChg chg="add">
          <ac:chgData name="imen hellali" userId="f14056de509b6434" providerId="LiveId" clId="{E8F29F2B-2063-4F7E-B316-D3DBDD8D4FDB}" dt="2020-11-18T17:56:14.124" v="816" actId="26606"/>
          <ac:picMkLst>
            <pc:docMk/>
            <pc:sldMk cId="1509946333" sldId="266"/>
            <ac:picMk id="13" creationId="{83355637-BA71-4F63-94C9-E77BF81BDFC0}"/>
          </ac:picMkLst>
        </pc:picChg>
      </pc:sldChg>
      <pc:sldChg chg="addSp delSp modSp mod setBg">
        <pc:chgData name="imen hellali" userId="f14056de509b6434" providerId="LiveId" clId="{E8F29F2B-2063-4F7E-B316-D3DBDD8D4FDB}" dt="2020-11-18T18:00:07.592" v="861"/>
        <pc:sldMkLst>
          <pc:docMk/>
          <pc:sldMk cId="612317434" sldId="267"/>
        </pc:sldMkLst>
        <pc:spChg chg="mod">
          <ac:chgData name="imen hellali" userId="f14056de509b6434" providerId="LiveId" clId="{E8F29F2B-2063-4F7E-B316-D3DBDD8D4FDB}" dt="2020-11-18T18:00:00.563" v="859" actId="26606"/>
          <ac:spMkLst>
            <pc:docMk/>
            <pc:sldMk cId="612317434" sldId="267"/>
            <ac:spMk id="2" creationId="{2CF1F1C5-CD99-4458-957A-EFCE845BCCAE}"/>
          </ac:spMkLst>
        </pc:spChg>
        <pc:spChg chg="mod">
          <ac:chgData name="imen hellali" userId="f14056de509b6434" providerId="LiveId" clId="{E8F29F2B-2063-4F7E-B316-D3DBDD8D4FDB}" dt="2020-11-18T18:00:00.563" v="859" actId="26606"/>
          <ac:spMkLst>
            <pc:docMk/>
            <pc:sldMk cId="612317434" sldId="267"/>
            <ac:spMk id="3" creationId="{F987ED0E-B86D-4472-9EC2-F5DCBBCE56CB}"/>
          </ac:spMkLst>
        </pc:spChg>
        <pc:spChg chg="add del mod ord">
          <ac:chgData name="imen hellali" userId="f14056de509b6434" providerId="LiveId" clId="{E8F29F2B-2063-4F7E-B316-D3DBDD8D4FDB}" dt="2020-11-18T18:00:06.587" v="860" actId="478"/>
          <ac:spMkLst>
            <pc:docMk/>
            <pc:sldMk cId="612317434" sldId="267"/>
            <ac:spMk id="4" creationId="{BBC2C6E9-23F2-4F2F-A9F8-BEE5B62BB32C}"/>
          </ac:spMkLst>
        </pc:spChg>
        <pc:spChg chg="add">
          <ac:chgData name="imen hellali" userId="f14056de509b6434" providerId="LiveId" clId="{E8F29F2B-2063-4F7E-B316-D3DBDD8D4FDB}" dt="2020-11-18T18:00:07.592" v="861"/>
          <ac:spMkLst>
            <pc:docMk/>
            <pc:sldMk cId="612317434" sldId="267"/>
            <ac:spMk id="10" creationId="{916774AD-1C76-4645-9347-EE13732B409A}"/>
          </ac:spMkLst>
        </pc:spChg>
        <pc:spChg chg="add">
          <ac:chgData name="imen hellali" userId="f14056de509b6434" providerId="LiveId" clId="{E8F29F2B-2063-4F7E-B316-D3DBDD8D4FDB}" dt="2020-11-18T18:00:00.563" v="859" actId="26606"/>
          <ac:spMkLst>
            <pc:docMk/>
            <pc:sldMk cId="612317434" sldId="267"/>
            <ac:spMk id="11" creationId="{49CD2D09-B1BB-4DF5-9E1C-3D21B21EDEFD}"/>
          </ac:spMkLst>
        </pc:spChg>
        <pc:spChg chg="add">
          <ac:chgData name="imen hellali" userId="f14056de509b6434" providerId="LiveId" clId="{E8F29F2B-2063-4F7E-B316-D3DBDD8D4FDB}" dt="2020-11-18T18:00:00.563" v="859" actId="26606"/>
          <ac:spMkLst>
            <pc:docMk/>
            <pc:sldMk cId="612317434" sldId="267"/>
            <ac:spMk id="15" creationId="{967C29FE-FD32-4AFB-AD20-DBDF5864B2D8}"/>
          </ac:spMkLst>
        </pc:spChg>
        <pc:picChg chg="add mod">
          <ac:chgData name="imen hellali" userId="f14056de509b6434" providerId="LiveId" clId="{E8F29F2B-2063-4F7E-B316-D3DBDD8D4FDB}" dt="2020-11-18T18:00:00.563" v="859" actId="26606"/>
          <ac:picMkLst>
            <pc:docMk/>
            <pc:sldMk cId="612317434" sldId="267"/>
            <ac:picMk id="6" creationId="{E06E82F1-E27A-43BB-9AE0-042283F09A80}"/>
          </ac:picMkLst>
        </pc:picChg>
        <pc:picChg chg="add">
          <ac:chgData name="imen hellali" userId="f14056de509b6434" providerId="LiveId" clId="{E8F29F2B-2063-4F7E-B316-D3DBDD8D4FDB}" dt="2020-11-18T18:00:00.563" v="859" actId="26606"/>
          <ac:picMkLst>
            <pc:docMk/>
            <pc:sldMk cId="612317434" sldId="267"/>
            <ac:picMk id="13" creationId="{83355637-BA71-4F63-94C9-E77BF81BDFC0}"/>
          </ac:picMkLst>
        </pc:picChg>
      </pc:sldChg>
      <pc:sldChg chg="addSp delSp modSp mod setBg">
        <pc:chgData name="imen hellali" userId="f14056de509b6434" providerId="LiveId" clId="{E8F29F2B-2063-4F7E-B316-D3DBDD8D4FDB}" dt="2020-11-18T18:37:30.069" v="1002" actId="26606"/>
        <pc:sldMkLst>
          <pc:docMk/>
          <pc:sldMk cId="1767335798" sldId="268"/>
        </pc:sldMkLst>
        <pc:spChg chg="mod">
          <ac:chgData name="imen hellali" userId="f14056de509b6434" providerId="LiveId" clId="{E8F29F2B-2063-4F7E-B316-D3DBDD8D4FDB}" dt="2020-11-18T18:03:09.623" v="918" actId="26606"/>
          <ac:spMkLst>
            <pc:docMk/>
            <pc:sldMk cId="1767335798" sldId="268"/>
            <ac:spMk id="2" creationId="{5ABFF26F-5E02-458D-86E8-C2608ED84B1A}"/>
          </ac:spMkLst>
        </pc:spChg>
        <pc:spChg chg="mod">
          <ac:chgData name="imen hellali" userId="f14056de509b6434" providerId="LiveId" clId="{E8F29F2B-2063-4F7E-B316-D3DBDD8D4FDB}" dt="2020-11-18T18:03:09.623" v="918" actId="26606"/>
          <ac:spMkLst>
            <pc:docMk/>
            <pc:sldMk cId="1767335798" sldId="268"/>
            <ac:spMk id="3" creationId="{CB5778EC-7382-47E9-9B90-C724988E3191}"/>
          </ac:spMkLst>
        </pc:spChg>
        <pc:spChg chg="add mod ord">
          <ac:chgData name="imen hellali" userId="f14056de509b6434" providerId="LiveId" clId="{E8F29F2B-2063-4F7E-B316-D3DBDD8D4FDB}" dt="2020-11-18T18:37:30.069" v="1002" actId="26606"/>
          <ac:spMkLst>
            <pc:docMk/>
            <pc:sldMk cId="1767335798" sldId="268"/>
            <ac:spMk id="4" creationId="{51F442CC-8CEE-43FA-8302-F03A4344C71A}"/>
          </ac:spMkLst>
        </pc:spChg>
        <pc:spChg chg="add del">
          <ac:chgData name="imen hellali" userId="f14056de509b6434" providerId="LiveId" clId="{E8F29F2B-2063-4F7E-B316-D3DBDD8D4FDB}" dt="2020-11-18T18:37:30.069" v="1002" actId="26606"/>
          <ac:spMkLst>
            <pc:docMk/>
            <pc:sldMk cId="1767335798" sldId="268"/>
            <ac:spMk id="11" creationId="{49CD2D09-B1BB-4DF5-9E1C-3D21B21EDEFD}"/>
          </ac:spMkLst>
        </pc:spChg>
        <pc:spChg chg="add del">
          <ac:chgData name="imen hellali" userId="f14056de509b6434" providerId="LiveId" clId="{E8F29F2B-2063-4F7E-B316-D3DBDD8D4FDB}" dt="2020-11-18T18:37:30.069" v="1002" actId="26606"/>
          <ac:spMkLst>
            <pc:docMk/>
            <pc:sldMk cId="1767335798" sldId="268"/>
            <ac:spMk id="15" creationId="{967C29FE-FD32-4AFB-AD20-DBDF5864B2D8}"/>
          </ac:spMkLst>
        </pc:spChg>
        <pc:spChg chg="add">
          <ac:chgData name="imen hellali" userId="f14056de509b6434" providerId="LiveId" clId="{E8F29F2B-2063-4F7E-B316-D3DBDD8D4FDB}" dt="2020-11-18T18:37:30.069" v="1002" actId="26606"/>
          <ac:spMkLst>
            <pc:docMk/>
            <pc:sldMk cId="1767335798" sldId="268"/>
            <ac:spMk id="71" creationId="{49CD2D09-B1BB-4DF5-9E1C-3D21B21EDEFD}"/>
          </ac:spMkLst>
        </pc:spChg>
        <pc:spChg chg="add">
          <ac:chgData name="imen hellali" userId="f14056de509b6434" providerId="LiveId" clId="{E8F29F2B-2063-4F7E-B316-D3DBDD8D4FDB}" dt="2020-11-18T18:37:30.069" v="1002" actId="26606"/>
          <ac:spMkLst>
            <pc:docMk/>
            <pc:sldMk cId="1767335798" sldId="268"/>
            <ac:spMk id="75" creationId="{967C29FE-FD32-4AFB-AD20-DBDF5864B2D8}"/>
          </ac:spMkLst>
        </pc:spChg>
        <pc:picChg chg="add del mod">
          <ac:chgData name="imen hellali" userId="f14056de509b6434" providerId="LiveId" clId="{E8F29F2B-2063-4F7E-B316-D3DBDD8D4FDB}" dt="2020-11-18T18:37:25.835" v="1000" actId="478"/>
          <ac:picMkLst>
            <pc:docMk/>
            <pc:sldMk cId="1767335798" sldId="268"/>
            <ac:picMk id="6" creationId="{45EFC585-E6B6-4B98-A5D0-E79DF8D3A8E2}"/>
          </ac:picMkLst>
        </pc:picChg>
        <pc:picChg chg="add del">
          <ac:chgData name="imen hellali" userId="f14056de509b6434" providerId="LiveId" clId="{E8F29F2B-2063-4F7E-B316-D3DBDD8D4FDB}" dt="2020-11-18T18:37:30.069" v="1002" actId="26606"/>
          <ac:picMkLst>
            <pc:docMk/>
            <pc:sldMk cId="1767335798" sldId="268"/>
            <ac:picMk id="13" creationId="{83355637-BA71-4F63-94C9-E77BF81BDFC0}"/>
          </ac:picMkLst>
        </pc:picChg>
        <pc:picChg chg="add">
          <ac:chgData name="imen hellali" userId="f14056de509b6434" providerId="LiveId" clId="{E8F29F2B-2063-4F7E-B316-D3DBDD8D4FDB}" dt="2020-11-18T18:37:30.069" v="1002" actId="26606"/>
          <ac:picMkLst>
            <pc:docMk/>
            <pc:sldMk cId="1767335798" sldId="268"/>
            <ac:picMk id="73" creationId="{83355637-BA71-4F63-94C9-E77BF81BDFC0}"/>
          </ac:picMkLst>
        </pc:picChg>
        <pc:picChg chg="add mod">
          <ac:chgData name="imen hellali" userId="f14056de509b6434" providerId="LiveId" clId="{E8F29F2B-2063-4F7E-B316-D3DBDD8D4FDB}" dt="2020-11-18T18:37:30.069" v="1002" actId="26606"/>
          <ac:picMkLst>
            <pc:docMk/>
            <pc:sldMk cId="1767335798" sldId="268"/>
            <ac:picMk id="3074" creationId="{02E1AE70-494B-45CE-BD52-175792535035}"/>
          </ac:picMkLst>
        </pc:picChg>
      </pc:sldChg>
      <pc:sldChg chg="addSp delSp modSp mod setBg">
        <pc:chgData name="imen hellali" userId="f14056de509b6434" providerId="LiveId" clId="{E8F29F2B-2063-4F7E-B316-D3DBDD8D4FDB}" dt="2020-11-18T18:06:41.574" v="949" actId="1076"/>
        <pc:sldMkLst>
          <pc:docMk/>
          <pc:sldMk cId="2662550464" sldId="269"/>
        </pc:sldMkLst>
        <pc:spChg chg="mod">
          <ac:chgData name="imen hellali" userId="f14056de509b6434" providerId="LiveId" clId="{E8F29F2B-2063-4F7E-B316-D3DBDD8D4FDB}" dt="2020-11-18T18:06:23.879" v="943" actId="26606"/>
          <ac:spMkLst>
            <pc:docMk/>
            <pc:sldMk cId="2662550464" sldId="269"/>
            <ac:spMk id="2" creationId="{FA72225A-A4DA-4728-A016-3159F17E25C0}"/>
          </ac:spMkLst>
        </pc:spChg>
        <pc:spChg chg="mod">
          <ac:chgData name="imen hellali" userId="f14056de509b6434" providerId="LiveId" clId="{E8F29F2B-2063-4F7E-B316-D3DBDD8D4FDB}" dt="2020-11-18T18:06:23.879" v="943" actId="26606"/>
          <ac:spMkLst>
            <pc:docMk/>
            <pc:sldMk cId="2662550464" sldId="269"/>
            <ac:spMk id="3" creationId="{D876C3C1-DA0A-4E71-835A-0501A1AAB6C4}"/>
          </ac:spMkLst>
        </pc:spChg>
        <pc:spChg chg="add del mod ord">
          <ac:chgData name="imen hellali" userId="f14056de509b6434" providerId="LiveId" clId="{E8F29F2B-2063-4F7E-B316-D3DBDD8D4FDB}" dt="2020-11-18T18:06:23.879" v="943" actId="26606"/>
          <ac:spMkLst>
            <pc:docMk/>
            <pc:sldMk cId="2662550464" sldId="269"/>
            <ac:spMk id="4" creationId="{B063FC4D-751C-4831-9BB2-1F67A669EA2C}"/>
          </ac:spMkLst>
        </pc:spChg>
        <pc:spChg chg="add">
          <ac:chgData name="imen hellali" userId="f14056de509b6434" providerId="LiveId" clId="{E8F29F2B-2063-4F7E-B316-D3DBDD8D4FDB}" dt="2020-11-18T18:06:23.879" v="943" actId="26606"/>
          <ac:spMkLst>
            <pc:docMk/>
            <pc:sldMk cId="2662550464" sldId="269"/>
            <ac:spMk id="11" creationId="{49CD2D09-B1BB-4DF5-9E1C-3D21B21EDEFD}"/>
          </ac:spMkLst>
        </pc:spChg>
        <pc:spChg chg="add">
          <ac:chgData name="imen hellali" userId="f14056de509b6434" providerId="LiveId" clId="{E8F29F2B-2063-4F7E-B316-D3DBDD8D4FDB}" dt="2020-11-18T18:06:23.879" v="943" actId="26606"/>
          <ac:spMkLst>
            <pc:docMk/>
            <pc:sldMk cId="2662550464" sldId="269"/>
            <ac:spMk id="15" creationId="{967C29FE-FD32-4AFB-AD20-DBDF5864B2D8}"/>
          </ac:spMkLst>
        </pc:spChg>
        <pc:picChg chg="add mod">
          <ac:chgData name="imen hellali" userId="f14056de509b6434" providerId="LiveId" clId="{E8F29F2B-2063-4F7E-B316-D3DBDD8D4FDB}" dt="2020-11-18T18:06:41.574" v="949" actId="1076"/>
          <ac:picMkLst>
            <pc:docMk/>
            <pc:sldMk cId="2662550464" sldId="269"/>
            <ac:picMk id="6" creationId="{8ECD442D-CC0E-4B21-A108-C187A74C189D}"/>
          </ac:picMkLst>
        </pc:picChg>
        <pc:picChg chg="add">
          <ac:chgData name="imen hellali" userId="f14056de509b6434" providerId="LiveId" clId="{E8F29F2B-2063-4F7E-B316-D3DBDD8D4FDB}" dt="2020-11-18T18:06:23.879" v="943" actId="26606"/>
          <ac:picMkLst>
            <pc:docMk/>
            <pc:sldMk cId="2662550464" sldId="269"/>
            <ac:picMk id="13" creationId="{83355637-BA71-4F63-94C9-E77BF81BDFC0}"/>
          </ac:picMkLst>
        </pc:picChg>
      </pc:sldChg>
      <pc:sldChg chg="addSp delSp modSp mod setBg">
        <pc:chgData name="imen hellali" userId="f14056de509b6434" providerId="LiveId" clId="{E8F29F2B-2063-4F7E-B316-D3DBDD8D4FDB}" dt="2020-11-18T18:35:53.378" v="999" actId="26606"/>
        <pc:sldMkLst>
          <pc:docMk/>
          <pc:sldMk cId="320215719" sldId="270"/>
        </pc:sldMkLst>
        <pc:spChg chg="mod">
          <ac:chgData name="imen hellali" userId="f14056de509b6434" providerId="LiveId" clId="{E8F29F2B-2063-4F7E-B316-D3DBDD8D4FDB}" dt="2020-11-18T18:09:00.915" v="975" actId="26606"/>
          <ac:spMkLst>
            <pc:docMk/>
            <pc:sldMk cId="320215719" sldId="270"/>
            <ac:spMk id="2" creationId="{DCB9CA23-E868-4731-B477-C3797AE564FE}"/>
          </ac:spMkLst>
        </pc:spChg>
        <pc:spChg chg="mod">
          <ac:chgData name="imen hellali" userId="f14056de509b6434" providerId="LiveId" clId="{E8F29F2B-2063-4F7E-B316-D3DBDD8D4FDB}" dt="2020-11-18T18:09:00.915" v="975" actId="26606"/>
          <ac:spMkLst>
            <pc:docMk/>
            <pc:sldMk cId="320215719" sldId="270"/>
            <ac:spMk id="3" creationId="{FF3F2356-7D5F-43A2-BC9E-0C7600433F24}"/>
          </ac:spMkLst>
        </pc:spChg>
        <pc:spChg chg="add mod ord">
          <ac:chgData name="imen hellali" userId="f14056de509b6434" providerId="LiveId" clId="{E8F29F2B-2063-4F7E-B316-D3DBDD8D4FDB}" dt="2020-11-18T18:35:53.378" v="999" actId="26606"/>
          <ac:spMkLst>
            <pc:docMk/>
            <pc:sldMk cId="320215719" sldId="270"/>
            <ac:spMk id="4" creationId="{3DEF8E5C-3786-426C-B9BD-DDD9A7FFBBE3}"/>
          </ac:spMkLst>
        </pc:spChg>
        <pc:spChg chg="add del">
          <ac:chgData name="imen hellali" userId="f14056de509b6434" providerId="LiveId" clId="{E8F29F2B-2063-4F7E-B316-D3DBDD8D4FDB}" dt="2020-11-18T18:35:53.378" v="999" actId="26606"/>
          <ac:spMkLst>
            <pc:docMk/>
            <pc:sldMk cId="320215719" sldId="270"/>
            <ac:spMk id="11" creationId="{49CD2D09-B1BB-4DF5-9E1C-3D21B21EDEFD}"/>
          </ac:spMkLst>
        </pc:spChg>
        <pc:spChg chg="add del">
          <ac:chgData name="imen hellali" userId="f14056de509b6434" providerId="LiveId" clId="{E8F29F2B-2063-4F7E-B316-D3DBDD8D4FDB}" dt="2020-11-18T18:35:53.378" v="999" actId="26606"/>
          <ac:spMkLst>
            <pc:docMk/>
            <pc:sldMk cId="320215719" sldId="270"/>
            <ac:spMk id="15" creationId="{967C29FE-FD32-4AFB-AD20-DBDF5864B2D8}"/>
          </ac:spMkLst>
        </pc:spChg>
        <pc:spChg chg="add">
          <ac:chgData name="imen hellali" userId="f14056de509b6434" providerId="LiveId" clId="{E8F29F2B-2063-4F7E-B316-D3DBDD8D4FDB}" dt="2020-11-18T18:35:53.378" v="999" actId="26606"/>
          <ac:spMkLst>
            <pc:docMk/>
            <pc:sldMk cId="320215719" sldId="270"/>
            <ac:spMk id="20" creationId="{49CD2D09-B1BB-4DF5-9E1C-3D21B21EDEFD}"/>
          </ac:spMkLst>
        </pc:spChg>
        <pc:spChg chg="add">
          <ac:chgData name="imen hellali" userId="f14056de509b6434" providerId="LiveId" clId="{E8F29F2B-2063-4F7E-B316-D3DBDD8D4FDB}" dt="2020-11-18T18:35:53.378" v="999" actId="26606"/>
          <ac:spMkLst>
            <pc:docMk/>
            <pc:sldMk cId="320215719" sldId="270"/>
            <ac:spMk id="24" creationId="{967C29FE-FD32-4AFB-AD20-DBDF5864B2D8}"/>
          </ac:spMkLst>
        </pc:spChg>
        <pc:picChg chg="add del mod">
          <ac:chgData name="imen hellali" userId="f14056de509b6434" providerId="LiveId" clId="{E8F29F2B-2063-4F7E-B316-D3DBDD8D4FDB}" dt="2020-11-18T18:35:47.923" v="998" actId="478"/>
          <ac:picMkLst>
            <pc:docMk/>
            <pc:sldMk cId="320215719" sldId="270"/>
            <ac:picMk id="6" creationId="{CF18ED0F-5589-4806-BBB2-A2C9F20D1BBF}"/>
          </ac:picMkLst>
        </pc:picChg>
        <pc:picChg chg="add mod">
          <ac:chgData name="imen hellali" userId="f14056de509b6434" providerId="LiveId" clId="{E8F29F2B-2063-4F7E-B316-D3DBDD8D4FDB}" dt="2020-11-18T18:35:53.378" v="999" actId="26606"/>
          <ac:picMkLst>
            <pc:docMk/>
            <pc:sldMk cId="320215719" sldId="270"/>
            <ac:picMk id="8" creationId="{96853771-3517-4BDC-82B2-6C21FC15ED50}"/>
          </ac:picMkLst>
        </pc:picChg>
        <pc:picChg chg="add del">
          <ac:chgData name="imen hellali" userId="f14056de509b6434" providerId="LiveId" clId="{E8F29F2B-2063-4F7E-B316-D3DBDD8D4FDB}" dt="2020-11-18T18:35:53.378" v="999" actId="26606"/>
          <ac:picMkLst>
            <pc:docMk/>
            <pc:sldMk cId="320215719" sldId="270"/>
            <ac:picMk id="13" creationId="{83355637-BA71-4F63-94C9-E77BF81BDFC0}"/>
          </ac:picMkLst>
        </pc:picChg>
        <pc:picChg chg="add">
          <ac:chgData name="imen hellali" userId="f14056de509b6434" providerId="LiveId" clId="{E8F29F2B-2063-4F7E-B316-D3DBDD8D4FDB}" dt="2020-11-18T18:35:53.378" v="999" actId="26606"/>
          <ac:picMkLst>
            <pc:docMk/>
            <pc:sldMk cId="320215719" sldId="270"/>
            <ac:picMk id="22" creationId="{83355637-BA71-4F63-94C9-E77BF81BDFC0}"/>
          </ac:picMkLst>
        </pc:picChg>
      </pc:sldChg>
      <pc:sldChg chg="addSp modSp mod setBg">
        <pc:chgData name="imen hellali" userId="f14056de509b6434" providerId="LiveId" clId="{E8F29F2B-2063-4F7E-B316-D3DBDD8D4FDB}" dt="2020-11-18T18:10:20.844" v="986" actId="962"/>
        <pc:sldMkLst>
          <pc:docMk/>
          <pc:sldMk cId="4008705236" sldId="271"/>
        </pc:sldMkLst>
        <pc:spChg chg="mod">
          <ac:chgData name="imen hellali" userId="f14056de509b6434" providerId="LiveId" clId="{E8F29F2B-2063-4F7E-B316-D3DBDD8D4FDB}" dt="2020-11-18T18:10:20.131" v="984" actId="26606"/>
          <ac:spMkLst>
            <pc:docMk/>
            <pc:sldMk cId="4008705236" sldId="271"/>
            <ac:spMk id="2" creationId="{FEF45C60-9B75-4FE7-A2ED-D749AE075224}"/>
          </ac:spMkLst>
        </pc:spChg>
        <pc:spChg chg="mod">
          <ac:chgData name="imen hellali" userId="f14056de509b6434" providerId="LiveId" clId="{E8F29F2B-2063-4F7E-B316-D3DBDD8D4FDB}" dt="2020-11-18T18:10:20.131" v="984" actId="26606"/>
          <ac:spMkLst>
            <pc:docMk/>
            <pc:sldMk cId="4008705236" sldId="271"/>
            <ac:spMk id="3" creationId="{56E5F139-6DB8-42AE-9759-24A525F4502D}"/>
          </ac:spMkLst>
        </pc:spChg>
        <pc:spChg chg="add mod ord">
          <ac:chgData name="imen hellali" userId="f14056de509b6434" providerId="LiveId" clId="{E8F29F2B-2063-4F7E-B316-D3DBDD8D4FDB}" dt="2020-11-18T18:10:20.131" v="984" actId="26606"/>
          <ac:spMkLst>
            <pc:docMk/>
            <pc:sldMk cId="4008705236" sldId="271"/>
            <ac:spMk id="4" creationId="{3F00FA7D-8057-4E48-A420-6AB5B31ACE02}"/>
          </ac:spMkLst>
        </pc:spChg>
        <pc:spChg chg="add">
          <ac:chgData name="imen hellali" userId="f14056de509b6434" providerId="LiveId" clId="{E8F29F2B-2063-4F7E-B316-D3DBDD8D4FDB}" dt="2020-11-18T18:10:20.131" v="984" actId="26606"/>
          <ac:spMkLst>
            <pc:docMk/>
            <pc:sldMk cId="4008705236" sldId="271"/>
            <ac:spMk id="11" creationId="{49CD2D09-B1BB-4DF5-9E1C-3D21B21EDEFD}"/>
          </ac:spMkLst>
        </pc:spChg>
        <pc:spChg chg="add">
          <ac:chgData name="imen hellali" userId="f14056de509b6434" providerId="LiveId" clId="{E8F29F2B-2063-4F7E-B316-D3DBDD8D4FDB}" dt="2020-11-18T18:10:20.131" v="984" actId="26606"/>
          <ac:spMkLst>
            <pc:docMk/>
            <pc:sldMk cId="4008705236" sldId="271"/>
            <ac:spMk id="15" creationId="{967C29FE-FD32-4AFB-AD20-DBDF5864B2D8}"/>
          </ac:spMkLst>
        </pc:spChg>
        <pc:picChg chg="add mod">
          <ac:chgData name="imen hellali" userId="f14056de509b6434" providerId="LiveId" clId="{E8F29F2B-2063-4F7E-B316-D3DBDD8D4FDB}" dt="2020-11-18T18:10:20.844" v="986" actId="962"/>
          <ac:picMkLst>
            <pc:docMk/>
            <pc:sldMk cId="4008705236" sldId="271"/>
            <ac:picMk id="6" creationId="{07396733-CDA8-4D72-A71D-8472E3C8EEF4}"/>
          </ac:picMkLst>
        </pc:picChg>
        <pc:picChg chg="add">
          <ac:chgData name="imen hellali" userId="f14056de509b6434" providerId="LiveId" clId="{E8F29F2B-2063-4F7E-B316-D3DBDD8D4FDB}" dt="2020-11-18T18:10:20.131" v="984" actId="26606"/>
          <ac:picMkLst>
            <pc:docMk/>
            <pc:sldMk cId="4008705236" sldId="271"/>
            <ac:picMk id="13" creationId="{83355637-BA71-4F63-94C9-E77BF81BDFC0}"/>
          </ac:picMkLst>
        </pc:picChg>
      </pc:sldChg>
      <pc:sldChg chg="addSp modSp mod setBg">
        <pc:chgData name="imen hellali" userId="f14056de509b6434" providerId="LiveId" clId="{E8F29F2B-2063-4F7E-B316-D3DBDD8D4FDB}" dt="2020-11-18T16:35:35.789" v="192" actId="26606"/>
        <pc:sldMkLst>
          <pc:docMk/>
          <pc:sldMk cId="1497951636" sldId="273"/>
        </pc:sldMkLst>
        <pc:spChg chg="mod">
          <ac:chgData name="imen hellali" userId="f14056de509b6434" providerId="LiveId" clId="{E8F29F2B-2063-4F7E-B316-D3DBDD8D4FDB}" dt="2020-11-18T16:35:35.789" v="192" actId="26606"/>
          <ac:spMkLst>
            <pc:docMk/>
            <pc:sldMk cId="1497951636" sldId="273"/>
            <ac:spMk id="2" creationId="{61121DA6-DA70-4980-81C0-B4A82D8D25D0}"/>
          </ac:spMkLst>
        </pc:spChg>
        <pc:spChg chg="mod">
          <ac:chgData name="imen hellali" userId="f14056de509b6434" providerId="LiveId" clId="{E8F29F2B-2063-4F7E-B316-D3DBDD8D4FDB}" dt="2020-11-18T16:35:35.789" v="192" actId="26606"/>
          <ac:spMkLst>
            <pc:docMk/>
            <pc:sldMk cId="1497951636" sldId="273"/>
            <ac:spMk id="3" creationId="{403EC514-3143-41B7-BDA9-EE9B55E1F9B4}"/>
          </ac:spMkLst>
        </pc:spChg>
        <pc:spChg chg="add mod ord">
          <ac:chgData name="imen hellali" userId="f14056de509b6434" providerId="LiveId" clId="{E8F29F2B-2063-4F7E-B316-D3DBDD8D4FDB}" dt="2020-11-18T16:35:35.789" v="192" actId="26606"/>
          <ac:spMkLst>
            <pc:docMk/>
            <pc:sldMk cId="1497951636" sldId="273"/>
            <ac:spMk id="4" creationId="{67FDE9D8-1F83-4E0F-B25E-345A755905EC}"/>
          </ac:spMkLst>
        </pc:spChg>
        <pc:spChg chg="add">
          <ac:chgData name="imen hellali" userId="f14056de509b6434" providerId="LiveId" clId="{E8F29F2B-2063-4F7E-B316-D3DBDD8D4FDB}" dt="2020-11-18T16:35:35.789" v="192" actId="26606"/>
          <ac:spMkLst>
            <pc:docMk/>
            <pc:sldMk cId="1497951636" sldId="273"/>
            <ac:spMk id="11" creationId="{49CD2D09-B1BB-4DF5-9E1C-3D21B21EDEFD}"/>
          </ac:spMkLst>
        </pc:spChg>
        <pc:spChg chg="add">
          <ac:chgData name="imen hellali" userId="f14056de509b6434" providerId="LiveId" clId="{E8F29F2B-2063-4F7E-B316-D3DBDD8D4FDB}" dt="2020-11-18T16:35:35.789" v="192" actId="26606"/>
          <ac:spMkLst>
            <pc:docMk/>
            <pc:sldMk cId="1497951636" sldId="273"/>
            <ac:spMk id="15" creationId="{967C29FE-FD32-4AFB-AD20-DBDF5864B2D8}"/>
          </ac:spMkLst>
        </pc:spChg>
        <pc:picChg chg="add mod">
          <ac:chgData name="imen hellali" userId="f14056de509b6434" providerId="LiveId" clId="{E8F29F2B-2063-4F7E-B316-D3DBDD8D4FDB}" dt="2020-11-18T16:35:35.789" v="192" actId="26606"/>
          <ac:picMkLst>
            <pc:docMk/>
            <pc:sldMk cId="1497951636" sldId="273"/>
            <ac:picMk id="6" creationId="{63F93307-45A9-4C5D-887B-77970DF0BE6D}"/>
          </ac:picMkLst>
        </pc:picChg>
        <pc:picChg chg="add">
          <ac:chgData name="imen hellali" userId="f14056de509b6434" providerId="LiveId" clId="{E8F29F2B-2063-4F7E-B316-D3DBDD8D4FDB}" dt="2020-11-18T16:35:35.789" v="192" actId="26606"/>
          <ac:picMkLst>
            <pc:docMk/>
            <pc:sldMk cId="1497951636" sldId="273"/>
            <ac:picMk id="13" creationId="{83355637-BA71-4F63-94C9-E77BF81BDFC0}"/>
          </ac:picMkLst>
        </pc:picChg>
      </pc:sldChg>
      <pc:sldChg chg="addSp delSp modSp mod setBg">
        <pc:chgData name="imen hellali" userId="f14056de509b6434" providerId="LiveId" clId="{E8F29F2B-2063-4F7E-B316-D3DBDD8D4FDB}" dt="2020-11-18T17:25:36.727" v="521" actId="26606"/>
        <pc:sldMkLst>
          <pc:docMk/>
          <pc:sldMk cId="2903293437" sldId="274"/>
        </pc:sldMkLst>
        <pc:spChg chg="mod">
          <ac:chgData name="imen hellali" userId="f14056de509b6434" providerId="LiveId" clId="{E8F29F2B-2063-4F7E-B316-D3DBDD8D4FDB}" dt="2020-11-18T17:25:36.727" v="521" actId="26606"/>
          <ac:spMkLst>
            <pc:docMk/>
            <pc:sldMk cId="2903293437" sldId="274"/>
            <ac:spMk id="2" creationId="{5FAFF8DF-5AE7-4FD5-A08E-3F158DED3EB3}"/>
          </ac:spMkLst>
        </pc:spChg>
        <pc:spChg chg="mod">
          <ac:chgData name="imen hellali" userId="f14056de509b6434" providerId="LiveId" clId="{E8F29F2B-2063-4F7E-B316-D3DBDD8D4FDB}" dt="2020-11-18T17:25:36.727" v="521" actId="26606"/>
          <ac:spMkLst>
            <pc:docMk/>
            <pc:sldMk cId="2903293437" sldId="274"/>
            <ac:spMk id="3" creationId="{3D43C385-3648-45D8-8E97-A61F1F006E94}"/>
          </ac:spMkLst>
        </pc:spChg>
        <pc:spChg chg="add mod ord">
          <ac:chgData name="imen hellali" userId="f14056de509b6434" providerId="LiveId" clId="{E8F29F2B-2063-4F7E-B316-D3DBDD8D4FDB}" dt="2020-11-18T17:25:36.727" v="521" actId="26606"/>
          <ac:spMkLst>
            <pc:docMk/>
            <pc:sldMk cId="2903293437" sldId="274"/>
            <ac:spMk id="4" creationId="{D653DECA-08FB-4B25-B5D9-3F1478D538FC}"/>
          </ac:spMkLst>
        </pc:spChg>
        <pc:spChg chg="add">
          <ac:chgData name="imen hellali" userId="f14056de509b6434" providerId="LiveId" clId="{E8F29F2B-2063-4F7E-B316-D3DBDD8D4FDB}" dt="2020-11-18T17:25:36.727" v="521" actId="26606"/>
          <ac:spMkLst>
            <pc:docMk/>
            <pc:sldMk cId="2903293437" sldId="274"/>
            <ac:spMk id="8" creationId="{49CD2D09-B1BB-4DF5-9E1C-3D21B21EDEFD}"/>
          </ac:spMkLst>
        </pc:spChg>
        <pc:spChg chg="add">
          <ac:chgData name="imen hellali" userId="f14056de509b6434" providerId="LiveId" clId="{E8F29F2B-2063-4F7E-B316-D3DBDD8D4FDB}" dt="2020-11-18T17:25:36.727" v="521" actId="26606"/>
          <ac:spMkLst>
            <pc:docMk/>
            <pc:sldMk cId="2903293437" sldId="274"/>
            <ac:spMk id="10" creationId="{967C29FE-FD32-4AFB-AD20-DBDF5864B2D8}"/>
          </ac:spMkLst>
        </pc:spChg>
        <pc:spChg chg="add del">
          <ac:chgData name="imen hellali" userId="f14056de509b6434" providerId="LiveId" clId="{E8F29F2B-2063-4F7E-B316-D3DBDD8D4FDB}" dt="2020-11-18T17:25:28.284" v="518" actId="26606"/>
          <ac:spMkLst>
            <pc:docMk/>
            <pc:sldMk cId="2903293437" sldId="274"/>
            <ac:spMk id="11" creationId="{49CD2D09-B1BB-4DF5-9E1C-3D21B21EDEFD}"/>
          </ac:spMkLst>
        </pc:spChg>
        <pc:spChg chg="add del">
          <ac:chgData name="imen hellali" userId="f14056de509b6434" providerId="LiveId" clId="{E8F29F2B-2063-4F7E-B316-D3DBDD8D4FDB}" dt="2020-11-18T17:25:28.284" v="518" actId="26606"/>
          <ac:spMkLst>
            <pc:docMk/>
            <pc:sldMk cId="2903293437" sldId="274"/>
            <ac:spMk id="15" creationId="{967C29FE-FD32-4AFB-AD20-DBDF5864B2D8}"/>
          </ac:spMkLst>
        </pc:spChg>
        <pc:spChg chg="add del">
          <ac:chgData name="imen hellali" userId="f14056de509b6434" providerId="LiveId" clId="{E8F29F2B-2063-4F7E-B316-D3DBDD8D4FDB}" dt="2020-11-18T17:25:23.911" v="515" actId="26606"/>
          <ac:spMkLst>
            <pc:docMk/>
            <pc:sldMk cId="2903293437" sldId="274"/>
            <ac:spMk id="20" creationId="{49CD2D09-B1BB-4DF5-9E1C-3D21B21EDEFD}"/>
          </ac:spMkLst>
        </pc:spChg>
        <pc:spChg chg="add del">
          <ac:chgData name="imen hellali" userId="f14056de509b6434" providerId="LiveId" clId="{E8F29F2B-2063-4F7E-B316-D3DBDD8D4FDB}" dt="2020-11-18T17:25:23.911" v="515" actId="26606"/>
          <ac:spMkLst>
            <pc:docMk/>
            <pc:sldMk cId="2903293437" sldId="274"/>
            <ac:spMk id="24" creationId="{967C29FE-FD32-4AFB-AD20-DBDF5864B2D8}"/>
          </ac:spMkLst>
        </pc:spChg>
        <pc:picChg chg="add mod">
          <ac:chgData name="imen hellali" userId="f14056de509b6434" providerId="LiveId" clId="{E8F29F2B-2063-4F7E-B316-D3DBDD8D4FDB}" dt="2020-11-18T17:25:36.727" v="521" actId="26606"/>
          <ac:picMkLst>
            <pc:docMk/>
            <pc:sldMk cId="2903293437" sldId="274"/>
            <ac:picMk id="6" creationId="{DCA8DAE1-E6A0-405A-B23B-F5773A3FED7F}"/>
          </ac:picMkLst>
        </pc:picChg>
        <pc:picChg chg="add">
          <ac:chgData name="imen hellali" userId="f14056de509b6434" providerId="LiveId" clId="{E8F29F2B-2063-4F7E-B316-D3DBDD8D4FDB}" dt="2020-11-18T17:25:36.727" v="521" actId="26606"/>
          <ac:picMkLst>
            <pc:docMk/>
            <pc:sldMk cId="2903293437" sldId="274"/>
            <ac:picMk id="9" creationId="{83355637-BA71-4F63-94C9-E77BF81BDFC0}"/>
          </ac:picMkLst>
        </pc:picChg>
        <pc:picChg chg="add del">
          <ac:chgData name="imen hellali" userId="f14056de509b6434" providerId="LiveId" clId="{E8F29F2B-2063-4F7E-B316-D3DBDD8D4FDB}" dt="2020-11-18T17:25:28.284" v="518" actId="26606"/>
          <ac:picMkLst>
            <pc:docMk/>
            <pc:sldMk cId="2903293437" sldId="274"/>
            <ac:picMk id="13" creationId="{83355637-BA71-4F63-94C9-E77BF81BDFC0}"/>
          </ac:picMkLst>
        </pc:picChg>
        <pc:picChg chg="add del">
          <ac:chgData name="imen hellali" userId="f14056de509b6434" providerId="LiveId" clId="{E8F29F2B-2063-4F7E-B316-D3DBDD8D4FDB}" dt="2020-11-18T17:25:23.911" v="515" actId="26606"/>
          <ac:picMkLst>
            <pc:docMk/>
            <pc:sldMk cId="2903293437" sldId="274"/>
            <ac:picMk id="22" creationId="{83355637-BA71-4F63-94C9-E77BF81BDFC0}"/>
          </ac:picMkLst>
        </pc:picChg>
      </pc:sldChg>
      <pc:sldChg chg="addSp delSp modSp del">
        <pc:chgData name="imen hellali" userId="f14056de509b6434" providerId="LiveId" clId="{E8F29F2B-2063-4F7E-B316-D3DBDD8D4FDB}" dt="2020-11-18T17:50:34.957" v="759" actId="2696"/>
        <pc:sldMkLst>
          <pc:docMk/>
          <pc:sldMk cId="460689679" sldId="275"/>
        </pc:sldMkLst>
        <pc:spChg chg="add">
          <ac:chgData name="imen hellali" userId="f14056de509b6434" providerId="LiveId" clId="{E8F29F2B-2063-4F7E-B316-D3DBDD8D4FDB}" dt="2020-11-18T16:10:54.248" v="100"/>
          <ac:spMkLst>
            <pc:docMk/>
            <pc:sldMk cId="460689679" sldId="275"/>
            <ac:spMk id="3" creationId="{63F71A56-66BB-461A-A0A0-57F7896B8BFE}"/>
          </ac:spMkLst>
        </pc:spChg>
        <pc:picChg chg="add del mod">
          <ac:chgData name="imen hellali" userId="f14056de509b6434" providerId="LiveId" clId="{E8F29F2B-2063-4F7E-B316-D3DBDD8D4FDB}" dt="2020-11-18T17:49:34.933" v="743" actId="478"/>
          <ac:picMkLst>
            <pc:docMk/>
            <pc:sldMk cId="460689679" sldId="275"/>
            <ac:picMk id="4" creationId="{52332169-7E12-4D1C-BAFE-388D94FDB203}"/>
          </ac:picMkLst>
        </pc:picChg>
        <pc:picChg chg="add del">
          <ac:chgData name="imen hellali" userId="f14056de509b6434" providerId="LiveId" clId="{E8F29F2B-2063-4F7E-B316-D3DBDD8D4FDB}" dt="2020-11-18T17:49:40.312" v="745" actId="478"/>
          <ac:picMkLst>
            <pc:docMk/>
            <pc:sldMk cId="460689679" sldId="275"/>
            <ac:picMk id="5" creationId="{65EDB502-CF98-44A2-93C0-D5B55AA6C393}"/>
          </ac:picMkLst>
        </pc:picChg>
      </pc:sldChg>
      <pc:sldChg chg="addSp delSp">
        <pc:chgData name="imen hellali" userId="f14056de509b6434" providerId="LiveId" clId="{E8F29F2B-2063-4F7E-B316-D3DBDD8D4FDB}" dt="2020-11-18T17:48:59.163" v="737"/>
        <pc:sldMkLst>
          <pc:docMk/>
          <pc:sldMk cId="1734950211" sldId="276"/>
        </pc:sldMkLst>
        <pc:spChg chg="add del">
          <ac:chgData name="imen hellali" userId="f14056de509b6434" providerId="LiveId" clId="{E8F29F2B-2063-4F7E-B316-D3DBDD8D4FDB}" dt="2020-11-18T17:48:58.335" v="736" actId="478"/>
          <ac:spMkLst>
            <pc:docMk/>
            <pc:sldMk cId="1734950211" sldId="276"/>
            <ac:spMk id="4" creationId="{D1B5ED07-7B58-4ABA-9BC4-57A28E1603AF}"/>
          </ac:spMkLst>
        </pc:spChg>
        <pc:spChg chg="add">
          <ac:chgData name="imen hellali" userId="f14056de509b6434" providerId="LiveId" clId="{E8F29F2B-2063-4F7E-B316-D3DBDD8D4FDB}" dt="2020-11-18T17:48:59.163" v="737"/>
          <ac:spMkLst>
            <pc:docMk/>
            <pc:sldMk cId="1734950211" sldId="276"/>
            <ac:spMk id="6" creationId="{CA185111-915A-4291-9DDA-264255FE8414}"/>
          </ac:spMkLst>
        </pc:spChg>
        <pc:picChg chg="add">
          <ac:chgData name="imen hellali" userId="f14056de509b6434" providerId="LiveId" clId="{E8F29F2B-2063-4F7E-B316-D3DBDD8D4FDB}" dt="2020-11-18T17:48:59.163" v="737"/>
          <ac:picMkLst>
            <pc:docMk/>
            <pc:sldMk cId="1734950211" sldId="276"/>
            <ac:picMk id="5" creationId="{8115F2D6-4AC7-41D5-9203-CD3DF0E5850A}"/>
          </ac:picMkLst>
        </pc:picChg>
      </pc:sldChg>
      <pc:sldChg chg="addSp delSp">
        <pc:chgData name="imen hellali" userId="f14056de509b6434" providerId="LiveId" clId="{E8F29F2B-2063-4F7E-B316-D3DBDD8D4FDB}" dt="2020-11-18T17:43:30.426" v="680"/>
        <pc:sldMkLst>
          <pc:docMk/>
          <pc:sldMk cId="220968173" sldId="277"/>
        </pc:sldMkLst>
        <pc:spChg chg="add del">
          <ac:chgData name="imen hellali" userId="f14056de509b6434" providerId="LiveId" clId="{E8F29F2B-2063-4F7E-B316-D3DBDD8D4FDB}" dt="2020-11-18T17:43:29.484" v="679" actId="478"/>
          <ac:spMkLst>
            <pc:docMk/>
            <pc:sldMk cId="220968173" sldId="277"/>
            <ac:spMk id="4" creationId="{2E12687B-E078-4AA3-8869-F4C0C9C9DFEE}"/>
          </ac:spMkLst>
        </pc:spChg>
        <pc:spChg chg="add">
          <ac:chgData name="imen hellali" userId="f14056de509b6434" providerId="LiveId" clId="{E8F29F2B-2063-4F7E-B316-D3DBDD8D4FDB}" dt="2020-11-18T17:43:30.426" v="680"/>
          <ac:spMkLst>
            <pc:docMk/>
            <pc:sldMk cId="220968173" sldId="277"/>
            <ac:spMk id="5" creationId="{0BD5ADB8-7AAC-4AD3-B700-9C908BA39B60}"/>
          </ac:spMkLst>
        </pc:spChg>
        <pc:picChg chg="add">
          <ac:chgData name="imen hellali" userId="f14056de509b6434" providerId="LiveId" clId="{E8F29F2B-2063-4F7E-B316-D3DBDD8D4FDB}" dt="2020-11-18T17:43:30.426" v="680"/>
          <ac:picMkLst>
            <pc:docMk/>
            <pc:sldMk cId="220968173" sldId="277"/>
            <ac:picMk id="6" creationId="{4D746E85-4E47-4038-BCF4-4DF6B527B1EC}"/>
          </ac:picMkLst>
        </pc:picChg>
      </pc:sldChg>
      <pc:sldChg chg="addSp delSp modSp">
        <pc:chgData name="imen hellali" userId="f14056de509b6434" providerId="LiveId" clId="{E8F29F2B-2063-4F7E-B316-D3DBDD8D4FDB}" dt="2020-11-18T18:38:10.300" v="1013" actId="20577"/>
        <pc:sldMkLst>
          <pc:docMk/>
          <pc:sldMk cId="2145496589" sldId="278"/>
        </pc:sldMkLst>
        <pc:spChg chg="mod">
          <ac:chgData name="imen hellali" userId="f14056de509b6434" providerId="LiveId" clId="{E8F29F2B-2063-4F7E-B316-D3DBDD8D4FDB}" dt="2020-11-18T18:38:10.300" v="1013" actId="20577"/>
          <ac:spMkLst>
            <pc:docMk/>
            <pc:sldMk cId="2145496589" sldId="278"/>
            <ac:spMk id="2" creationId="{FA72225A-A4DA-4728-A016-3159F17E25C0}"/>
          </ac:spMkLst>
        </pc:spChg>
        <pc:spChg chg="add del">
          <ac:chgData name="imen hellali" userId="f14056de509b6434" providerId="LiveId" clId="{E8F29F2B-2063-4F7E-B316-D3DBDD8D4FDB}" dt="2020-11-18T17:43:20.758" v="677" actId="478"/>
          <ac:spMkLst>
            <pc:docMk/>
            <pc:sldMk cId="2145496589" sldId="278"/>
            <ac:spMk id="4" creationId="{39822A32-4D47-4CBF-B6A0-948047FB712A}"/>
          </ac:spMkLst>
        </pc:spChg>
        <pc:spChg chg="add">
          <ac:chgData name="imen hellali" userId="f14056de509b6434" providerId="LiveId" clId="{E8F29F2B-2063-4F7E-B316-D3DBDD8D4FDB}" dt="2020-11-18T17:43:21.728" v="678"/>
          <ac:spMkLst>
            <pc:docMk/>
            <pc:sldMk cId="2145496589" sldId="278"/>
            <ac:spMk id="5" creationId="{C5E97CC2-3BA2-450D-9133-61A97690BC02}"/>
          </ac:spMkLst>
        </pc:spChg>
        <pc:picChg chg="add">
          <ac:chgData name="imen hellali" userId="f14056de509b6434" providerId="LiveId" clId="{E8F29F2B-2063-4F7E-B316-D3DBDD8D4FDB}" dt="2020-11-18T17:43:21.728" v="678"/>
          <ac:picMkLst>
            <pc:docMk/>
            <pc:sldMk cId="2145496589" sldId="278"/>
            <ac:picMk id="6" creationId="{24950A07-D244-49D3-AB64-CB3C6A05A0B2}"/>
          </ac:picMkLst>
        </pc:picChg>
      </pc:sldChg>
      <pc:sldChg chg="addSp delSp">
        <pc:chgData name="imen hellali" userId="f14056de509b6434" providerId="LiveId" clId="{E8F29F2B-2063-4F7E-B316-D3DBDD8D4FDB}" dt="2020-11-18T17:42:55.192" v="674"/>
        <pc:sldMkLst>
          <pc:docMk/>
          <pc:sldMk cId="1577638136" sldId="280"/>
        </pc:sldMkLst>
        <pc:spChg chg="add del">
          <ac:chgData name="imen hellali" userId="f14056de509b6434" providerId="LiveId" clId="{E8F29F2B-2063-4F7E-B316-D3DBDD8D4FDB}" dt="2020-11-18T17:42:54.435" v="673" actId="478"/>
          <ac:spMkLst>
            <pc:docMk/>
            <pc:sldMk cId="1577638136" sldId="280"/>
            <ac:spMk id="4" creationId="{597D2C85-F634-44D7-A98B-A6DCCCECE193}"/>
          </ac:spMkLst>
        </pc:spChg>
        <pc:spChg chg="add">
          <ac:chgData name="imen hellali" userId="f14056de509b6434" providerId="LiveId" clId="{E8F29F2B-2063-4F7E-B316-D3DBDD8D4FDB}" dt="2020-11-18T17:42:55.192" v="674"/>
          <ac:spMkLst>
            <pc:docMk/>
            <pc:sldMk cId="1577638136" sldId="280"/>
            <ac:spMk id="5" creationId="{58C030FE-59CC-402D-9A83-519CDF204300}"/>
          </ac:spMkLst>
        </pc:spChg>
        <pc:picChg chg="add">
          <ac:chgData name="imen hellali" userId="f14056de509b6434" providerId="LiveId" clId="{E8F29F2B-2063-4F7E-B316-D3DBDD8D4FDB}" dt="2020-11-18T17:42:55.192" v="674"/>
          <ac:picMkLst>
            <pc:docMk/>
            <pc:sldMk cId="1577638136" sldId="280"/>
            <ac:picMk id="6" creationId="{DE1E5227-03AD-4579-98EA-603F816BF1EB}"/>
          </ac:picMkLst>
        </pc:picChg>
      </pc:sldChg>
      <pc:sldChg chg="addSp delSp">
        <pc:chgData name="imen hellali" userId="f14056de509b6434" providerId="LiveId" clId="{E8F29F2B-2063-4F7E-B316-D3DBDD8D4FDB}" dt="2020-11-18T17:42:45.190" v="672"/>
        <pc:sldMkLst>
          <pc:docMk/>
          <pc:sldMk cId="3539428592" sldId="281"/>
        </pc:sldMkLst>
        <pc:spChg chg="add del">
          <ac:chgData name="imen hellali" userId="f14056de509b6434" providerId="LiveId" clId="{E8F29F2B-2063-4F7E-B316-D3DBDD8D4FDB}" dt="2020-11-18T17:42:44.356" v="671" actId="478"/>
          <ac:spMkLst>
            <pc:docMk/>
            <pc:sldMk cId="3539428592" sldId="281"/>
            <ac:spMk id="4" creationId="{57B36895-317E-4AC0-A44A-6BCFF958E033}"/>
          </ac:spMkLst>
        </pc:spChg>
        <pc:spChg chg="add">
          <ac:chgData name="imen hellali" userId="f14056de509b6434" providerId="LiveId" clId="{E8F29F2B-2063-4F7E-B316-D3DBDD8D4FDB}" dt="2020-11-18T17:42:45.190" v="672"/>
          <ac:spMkLst>
            <pc:docMk/>
            <pc:sldMk cId="3539428592" sldId="281"/>
            <ac:spMk id="5" creationId="{BE017BD6-2076-4106-BF06-CE4FE7489986}"/>
          </ac:spMkLst>
        </pc:spChg>
        <pc:picChg chg="add">
          <ac:chgData name="imen hellali" userId="f14056de509b6434" providerId="LiveId" clId="{E8F29F2B-2063-4F7E-B316-D3DBDD8D4FDB}" dt="2020-11-18T17:42:45.190" v="672"/>
          <ac:picMkLst>
            <pc:docMk/>
            <pc:sldMk cId="3539428592" sldId="281"/>
            <ac:picMk id="6" creationId="{237C789E-2138-41D5-9A27-E7C610CA1DDA}"/>
          </ac:picMkLst>
        </pc:picChg>
      </pc:sldChg>
      <pc:sldChg chg="addSp delSp">
        <pc:chgData name="imen hellali" userId="f14056de509b6434" providerId="LiveId" clId="{E8F29F2B-2063-4F7E-B316-D3DBDD8D4FDB}" dt="2020-11-18T17:42:37.198" v="670"/>
        <pc:sldMkLst>
          <pc:docMk/>
          <pc:sldMk cId="3702389957" sldId="282"/>
        </pc:sldMkLst>
        <pc:spChg chg="add del">
          <ac:chgData name="imen hellali" userId="f14056de509b6434" providerId="LiveId" clId="{E8F29F2B-2063-4F7E-B316-D3DBDD8D4FDB}" dt="2020-11-18T17:42:36.348" v="669" actId="478"/>
          <ac:spMkLst>
            <pc:docMk/>
            <pc:sldMk cId="3702389957" sldId="282"/>
            <ac:spMk id="4" creationId="{F29EA62F-B8CB-4855-B918-D4D724334BC7}"/>
          </ac:spMkLst>
        </pc:spChg>
        <pc:spChg chg="add">
          <ac:chgData name="imen hellali" userId="f14056de509b6434" providerId="LiveId" clId="{E8F29F2B-2063-4F7E-B316-D3DBDD8D4FDB}" dt="2020-11-18T17:42:37.198" v="670"/>
          <ac:spMkLst>
            <pc:docMk/>
            <pc:sldMk cId="3702389957" sldId="282"/>
            <ac:spMk id="5" creationId="{50932F5C-0F60-48C2-9C99-C078AC78388E}"/>
          </ac:spMkLst>
        </pc:spChg>
        <pc:picChg chg="add">
          <ac:chgData name="imen hellali" userId="f14056de509b6434" providerId="LiveId" clId="{E8F29F2B-2063-4F7E-B316-D3DBDD8D4FDB}" dt="2020-11-18T17:42:37.198" v="670"/>
          <ac:picMkLst>
            <pc:docMk/>
            <pc:sldMk cId="3702389957" sldId="282"/>
            <ac:picMk id="6" creationId="{EFB714AC-AAF8-4217-9405-98CBE90CEFAB}"/>
          </ac:picMkLst>
        </pc:picChg>
      </pc:sldChg>
      <pc:sldChg chg="addSp delSp">
        <pc:chgData name="imen hellali" userId="f14056de509b6434" providerId="LiveId" clId="{E8F29F2B-2063-4F7E-B316-D3DBDD8D4FDB}" dt="2020-11-18T17:42:25.196" v="668"/>
        <pc:sldMkLst>
          <pc:docMk/>
          <pc:sldMk cId="1155689871" sldId="283"/>
        </pc:sldMkLst>
        <pc:spChg chg="add del">
          <ac:chgData name="imen hellali" userId="f14056de509b6434" providerId="LiveId" clId="{E8F29F2B-2063-4F7E-B316-D3DBDD8D4FDB}" dt="2020-11-18T17:42:24.315" v="667" actId="478"/>
          <ac:spMkLst>
            <pc:docMk/>
            <pc:sldMk cId="1155689871" sldId="283"/>
            <ac:spMk id="4" creationId="{4E54B7AC-FBC6-4165-B45C-C42344CF227C}"/>
          </ac:spMkLst>
        </pc:spChg>
        <pc:spChg chg="add del">
          <ac:chgData name="imen hellali" userId="f14056de509b6434" providerId="LiveId" clId="{E8F29F2B-2063-4F7E-B316-D3DBDD8D4FDB}" dt="2020-11-18T17:42:19.725" v="666"/>
          <ac:spMkLst>
            <pc:docMk/>
            <pc:sldMk cId="1155689871" sldId="283"/>
            <ac:spMk id="5" creationId="{41C09B0B-FDE3-401D-951A-BA43FBFB43C7}"/>
          </ac:spMkLst>
        </pc:spChg>
        <pc:spChg chg="add">
          <ac:chgData name="imen hellali" userId="f14056de509b6434" providerId="LiveId" clId="{E8F29F2B-2063-4F7E-B316-D3DBDD8D4FDB}" dt="2020-11-18T17:42:25.196" v="668"/>
          <ac:spMkLst>
            <pc:docMk/>
            <pc:sldMk cId="1155689871" sldId="283"/>
            <ac:spMk id="7" creationId="{DC266CC1-2E27-46C4-A9F3-A3D40881AF53}"/>
          </ac:spMkLst>
        </pc:spChg>
        <pc:picChg chg="add del">
          <ac:chgData name="imen hellali" userId="f14056de509b6434" providerId="LiveId" clId="{E8F29F2B-2063-4F7E-B316-D3DBDD8D4FDB}" dt="2020-11-18T17:42:19.725" v="666"/>
          <ac:picMkLst>
            <pc:docMk/>
            <pc:sldMk cId="1155689871" sldId="283"/>
            <ac:picMk id="6" creationId="{C4AFA9D5-03D7-44BA-A41D-7A5E6E003515}"/>
          </ac:picMkLst>
        </pc:picChg>
        <pc:picChg chg="add">
          <ac:chgData name="imen hellali" userId="f14056de509b6434" providerId="LiveId" clId="{E8F29F2B-2063-4F7E-B316-D3DBDD8D4FDB}" dt="2020-11-18T17:42:25.196" v="668"/>
          <ac:picMkLst>
            <pc:docMk/>
            <pc:sldMk cId="1155689871" sldId="283"/>
            <ac:picMk id="8" creationId="{30BDEB85-0F19-4D96-9CEF-D0DF459FA16B}"/>
          </ac:picMkLst>
        </pc:picChg>
      </pc:sldChg>
      <pc:sldChg chg="addSp delSp modSp mod setBg">
        <pc:chgData name="imen hellali" userId="f14056de509b6434" providerId="LiveId" clId="{E8F29F2B-2063-4F7E-B316-D3DBDD8D4FDB}" dt="2020-11-18T17:42:12.705" v="664" actId="1076"/>
        <pc:sldMkLst>
          <pc:docMk/>
          <pc:sldMk cId="12609272" sldId="284"/>
        </pc:sldMkLst>
        <pc:spChg chg="mod">
          <ac:chgData name="imen hellali" userId="f14056de509b6434" providerId="LiveId" clId="{E8F29F2B-2063-4F7E-B316-D3DBDD8D4FDB}" dt="2020-11-18T17:40:21.125" v="590" actId="26606"/>
          <ac:spMkLst>
            <pc:docMk/>
            <pc:sldMk cId="12609272" sldId="284"/>
            <ac:spMk id="2" creationId="{5FAFF8DF-5AE7-4FD5-A08E-3F158DED3EB3}"/>
          </ac:spMkLst>
        </pc:spChg>
        <pc:spChg chg="mod">
          <ac:chgData name="imen hellali" userId="f14056de509b6434" providerId="LiveId" clId="{E8F29F2B-2063-4F7E-B316-D3DBDD8D4FDB}" dt="2020-11-18T17:40:21.125" v="590" actId="26606"/>
          <ac:spMkLst>
            <pc:docMk/>
            <pc:sldMk cId="12609272" sldId="284"/>
            <ac:spMk id="3" creationId="{3D43C385-3648-45D8-8E97-A61F1F006E94}"/>
          </ac:spMkLst>
        </pc:spChg>
        <pc:spChg chg="add mod ord">
          <ac:chgData name="imen hellali" userId="f14056de509b6434" providerId="LiveId" clId="{E8F29F2B-2063-4F7E-B316-D3DBDD8D4FDB}" dt="2020-11-18T17:40:21.125" v="590" actId="26606"/>
          <ac:spMkLst>
            <pc:docMk/>
            <pc:sldMk cId="12609272" sldId="284"/>
            <ac:spMk id="4" creationId="{ED35C09C-9BE0-4E56-B7ED-FC934EB02BA3}"/>
          </ac:spMkLst>
        </pc:spChg>
        <pc:spChg chg="add del mod">
          <ac:chgData name="imen hellali" userId="f14056de509b6434" providerId="LiveId" clId="{E8F29F2B-2063-4F7E-B316-D3DBDD8D4FDB}" dt="2020-11-18T17:20:39.881" v="453" actId="478"/>
          <ac:spMkLst>
            <pc:docMk/>
            <pc:sldMk cId="12609272" sldId="284"/>
            <ac:spMk id="5" creationId="{95440476-A54C-4451-A890-D7B7C86CE1FF}"/>
          </ac:spMkLst>
        </pc:spChg>
        <pc:spChg chg="add del">
          <ac:chgData name="imen hellali" userId="f14056de509b6434" providerId="LiveId" clId="{E8F29F2B-2063-4F7E-B316-D3DBDD8D4FDB}" dt="2020-11-18T17:39:41.370" v="586" actId="26606"/>
          <ac:spMkLst>
            <pc:docMk/>
            <pc:sldMk cId="12609272" sldId="284"/>
            <ac:spMk id="73" creationId="{49CD2D09-B1BB-4DF5-9E1C-3D21B21EDEFD}"/>
          </ac:spMkLst>
        </pc:spChg>
        <pc:spChg chg="add del">
          <ac:chgData name="imen hellali" userId="f14056de509b6434" providerId="LiveId" clId="{E8F29F2B-2063-4F7E-B316-D3DBDD8D4FDB}" dt="2020-11-18T17:39:41.370" v="586" actId="26606"/>
          <ac:spMkLst>
            <pc:docMk/>
            <pc:sldMk cId="12609272" sldId="284"/>
            <ac:spMk id="77" creationId="{967C29FE-FD32-4AFB-AD20-DBDF5864B2D8}"/>
          </ac:spMkLst>
        </pc:spChg>
        <pc:spChg chg="add del">
          <ac:chgData name="imen hellali" userId="f14056de509b6434" providerId="LiveId" clId="{E8F29F2B-2063-4F7E-B316-D3DBDD8D4FDB}" dt="2020-11-18T17:40:21.125" v="590" actId="26606"/>
          <ac:spMkLst>
            <pc:docMk/>
            <pc:sldMk cId="12609272" sldId="284"/>
            <ac:spMk id="2054" creationId="{F56F5174-31D9-4DBB-AAB7-A1FD7BDB1352}"/>
          </ac:spMkLst>
        </pc:spChg>
        <pc:spChg chg="add del">
          <ac:chgData name="imen hellali" userId="f14056de509b6434" providerId="LiveId" clId="{E8F29F2B-2063-4F7E-B316-D3DBDD8D4FDB}" dt="2020-11-18T17:40:21.125" v="590" actId="26606"/>
          <ac:spMkLst>
            <pc:docMk/>
            <pc:sldMk cId="12609272" sldId="284"/>
            <ac:spMk id="2056" creationId="{F9A95BEE-6BB1-4A28-A8E6-A34B2E42EF87}"/>
          </ac:spMkLst>
        </pc:spChg>
        <pc:picChg chg="add mod">
          <ac:chgData name="imen hellali" userId="f14056de509b6434" providerId="LiveId" clId="{E8F29F2B-2063-4F7E-B316-D3DBDD8D4FDB}" dt="2020-11-18T17:42:12.705" v="664" actId="1076"/>
          <ac:picMkLst>
            <pc:docMk/>
            <pc:sldMk cId="12609272" sldId="284"/>
            <ac:picMk id="6" creationId="{77BF93A7-6F46-4694-9F70-2702AF970B27}"/>
          </ac:picMkLst>
        </pc:picChg>
        <pc:picChg chg="add del">
          <ac:chgData name="imen hellali" userId="f14056de509b6434" providerId="LiveId" clId="{E8F29F2B-2063-4F7E-B316-D3DBDD8D4FDB}" dt="2020-11-18T17:39:41.370" v="586" actId="26606"/>
          <ac:picMkLst>
            <pc:docMk/>
            <pc:sldMk cId="12609272" sldId="284"/>
            <ac:picMk id="75" creationId="{83355637-BA71-4F63-94C9-E77BF81BDFC0}"/>
          </ac:picMkLst>
        </pc:picChg>
        <pc:picChg chg="add del mod ord">
          <ac:chgData name="imen hellali" userId="f14056de509b6434" providerId="LiveId" clId="{E8F29F2B-2063-4F7E-B316-D3DBDD8D4FDB}" dt="2020-11-18T17:40:21.879" v="591"/>
          <ac:picMkLst>
            <pc:docMk/>
            <pc:sldMk cId="12609272" sldId="284"/>
            <ac:picMk id="2052" creationId="{1FAE70C8-EF7C-4012-80C5-654D534D052E}"/>
          </ac:picMkLst>
        </pc:picChg>
        <pc:picChg chg="add del">
          <ac:chgData name="imen hellali" userId="f14056de509b6434" providerId="LiveId" clId="{E8F29F2B-2063-4F7E-B316-D3DBDD8D4FDB}" dt="2020-11-18T17:40:21.125" v="590" actId="26606"/>
          <ac:picMkLst>
            <pc:docMk/>
            <pc:sldMk cId="12609272" sldId="284"/>
            <ac:picMk id="2055" creationId="{AE113210-7872-481A-ADE6-3A05CCAF5EB2}"/>
          </ac:picMkLst>
        </pc:picChg>
      </pc:sldChg>
      <pc:sldChg chg="addSp modSp">
        <pc:chgData name="imen hellali" userId="f14056de509b6434" providerId="LiveId" clId="{E8F29F2B-2063-4F7E-B316-D3DBDD8D4FDB}" dt="2020-11-18T17:46:49.481" v="716"/>
        <pc:sldMkLst>
          <pc:docMk/>
          <pc:sldMk cId="4226056053" sldId="285"/>
        </pc:sldMkLst>
        <pc:spChg chg="mod">
          <ac:chgData name="imen hellali" userId="f14056de509b6434" providerId="LiveId" clId="{E8F29F2B-2063-4F7E-B316-D3DBDD8D4FDB}" dt="2020-11-18T17:23:30.387" v="457" actId="20577"/>
          <ac:spMkLst>
            <pc:docMk/>
            <pc:sldMk cId="4226056053" sldId="285"/>
            <ac:spMk id="3" creationId="{3D43C385-3648-45D8-8E97-A61F1F006E94}"/>
          </ac:spMkLst>
        </pc:spChg>
        <pc:spChg chg="add mod">
          <ac:chgData name="imen hellali" userId="f14056de509b6434" providerId="LiveId" clId="{E8F29F2B-2063-4F7E-B316-D3DBDD8D4FDB}" dt="2020-11-18T17:45:28.904" v="703" actId="20577"/>
          <ac:spMkLst>
            <pc:docMk/>
            <pc:sldMk cId="4226056053" sldId="285"/>
            <ac:spMk id="4" creationId="{8D28D6B9-FAB4-4DE8-9BB2-291E43B382D0}"/>
          </ac:spMkLst>
        </pc:spChg>
        <pc:picChg chg="add mod">
          <ac:chgData name="imen hellali" userId="f14056de509b6434" providerId="LiveId" clId="{E8F29F2B-2063-4F7E-B316-D3DBDD8D4FDB}" dt="2020-11-18T17:46:39.154" v="714"/>
          <ac:picMkLst>
            <pc:docMk/>
            <pc:sldMk cId="4226056053" sldId="285"/>
            <ac:picMk id="6" creationId="{6CED8834-5E60-4682-BE21-23C5951DD33D}"/>
          </ac:picMkLst>
        </pc:picChg>
        <pc:picChg chg="add mod">
          <ac:chgData name="imen hellali" userId="f14056de509b6434" providerId="LiveId" clId="{E8F29F2B-2063-4F7E-B316-D3DBDD8D4FDB}" dt="2020-11-18T17:46:49.481" v="716"/>
          <ac:picMkLst>
            <pc:docMk/>
            <pc:sldMk cId="4226056053" sldId="285"/>
            <ac:picMk id="7" creationId="{02BF92B9-94DA-47FB-864B-87BF08F9E9C4}"/>
          </ac:picMkLst>
        </pc:picChg>
      </pc:sldChg>
      <pc:sldChg chg="addSp delSp modSp">
        <pc:chgData name="imen hellali" userId="f14056de509b6434" providerId="LiveId" clId="{E8F29F2B-2063-4F7E-B316-D3DBDD8D4FDB}" dt="2020-11-18T17:47:07.231" v="718"/>
        <pc:sldMkLst>
          <pc:docMk/>
          <pc:sldMk cId="293658303" sldId="286"/>
        </pc:sldMkLst>
        <pc:spChg chg="mod">
          <ac:chgData name="imen hellali" userId="f14056de509b6434" providerId="LiveId" clId="{E8F29F2B-2063-4F7E-B316-D3DBDD8D4FDB}" dt="2020-11-18T17:25:49.143" v="525" actId="20577"/>
          <ac:spMkLst>
            <pc:docMk/>
            <pc:sldMk cId="293658303" sldId="286"/>
            <ac:spMk id="3" creationId="{3D43C385-3648-45D8-8E97-A61F1F006E94}"/>
          </ac:spMkLst>
        </pc:spChg>
        <pc:spChg chg="add del">
          <ac:chgData name="imen hellali" userId="f14056de509b6434" providerId="LiveId" clId="{E8F29F2B-2063-4F7E-B316-D3DBDD8D4FDB}" dt="2020-11-18T17:47:06.377" v="717" actId="478"/>
          <ac:spMkLst>
            <pc:docMk/>
            <pc:sldMk cId="293658303" sldId="286"/>
            <ac:spMk id="4" creationId="{6F08D881-65C9-415C-BF9A-AFB83FF8BFC7}"/>
          </ac:spMkLst>
        </pc:spChg>
        <pc:spChg chg="add">
          <ac:chgData name="imen hellali" userId="f14056de509b6434" providerId="LiveId" clId="{E8F29F2B-2063-4F7E-B316-D3DBDD8D4FDB}" dt="2020-11-18T17:47:07.231" v="718"/>
          <ac:spMkLst>
            <pc:docMk/>
            <pc:sldMk cId="293658303" sldId="286"/>
            <ac:spMk id="5" creationId="{0DDA1F31-581C-4809-9FAA-E98E2C7C08A3}"/>
          </ac:spMkLst>
        </pc:spChg>
        <pc:picChg chg="add">
          <ac:chgData name="imen hellali" userId="f14056de509b6434" providerId="LiveId" clId="{E8F29F2B-2063-4F7E-B316-D3DBDD8D4FDB}" dt="2020-11-18T17:47:07.231" v="718"/>
          <ac:picMkLst>
            <pc:docMk/>
            <pc:sldMk cId="293658303" sldId="286"/>
            <ac:picMk id="6" creationId="{2FABBB35-E3B4-42DB-A171-9B7027A0A033}"/>
          </ac:picMkLst>
        </pc:picChg>
      </pc:sldChg>
      <pc:sldChg chg="addSp delSp modSp">
        <pc:chgData name="imen hellali" userId="f14056de509b6434" providerId="LiveId" clId="{E8F29F2B-2063-4F7E-B316-D3DBDD8D4FDB}" dt="2020-11-18T17:47:23.363" v="721" actId="167"/>
        <pc:sldMkLst>
          <pc:docMk/>
          <pc:sldMk cId="741233214" sldId="287"/>
        </pc:sldMkLst>
        <pc:spChg chg="add del">
          <ac:chgData name="imen hellali" userId="f14056de509b6434" providerId="LiveId" clId="{E8F29F2B-2063-4F7E-B316-D3DBDD8D4FDB}" dt="2020-11-18T17:47:12.815" v="719" actId="478"/>
          <ac:spMkLst>
            <pc:docMk/>
            <pc:sldMk cId="741233214" sldId="287"/>
            <ac:spMk id="4" creationId="{0EB5F5BF-3BDD-4780-94F6-181D3D38D870}"/>
          </ac:spMkLst>
        </pc:spChg>
        <pc:spChg chg="add">
          <ac:chgData name="imen hellali" userId="f14056de509b6434" providerId="LiveId" clId="{E8F29F2B-2063-4F7E-B316-D3DBDD8D4FDB}" dt="2020-11-18T17:47:13.721" v="720"/>
          <ac:spMkLst>
            <pc:docMk/>
            <pc:sldMk cId="741233214" sldId="287"/>
            <ac:spMk id="5" creationId="{9ED9969C-20F5-491D-B6CA-8AC134D8802F}"/>
          </ac:spMkLst>
        </pc:spChg>
        <pc:picChg chg="add ord">
          <ac:chgData name="imen hellali" userId="f14056de509b6434" providerId="LiveId" clId="{E8F29F2B-2063-4F7E-B316-D3DBDD8D4FDB}" dt="2020-11-18T17:47:23.363" v="721" actId="167"/>
          <ac:picMkLst>
            <pc:docMk/>
            <pc:sldMk cId="741233214" sldId="287"/>
            <ac:picMk id="6" creationId="{43CA40AB-4BE3-4069-9595-6ED14A62EAB8}"/>
          </ac:picMkLst>
        </pc:picChg>
      </pc:sldChg>
      <pc:sldChg chg="addSp delSp">
        <pc:chgData name="imen hellali" userId="f14056de509b6434" providerId="LiveId" clId="{E8F29F2B-2063-4F7E-B316-D3DBDD8D4FDB}" dt="2020-11-18T17:47:46.475" v="723"/>
        <pc:sldMkLst>
          <pc:docMk/>
          <pc:sldMk cId="2092838951" sldId="288"/>
        </pc:sldMkLst>
        <pc:spChg chg="add del">
          <ac:chgData name="imen hellali" userId="f14056de509b6434" providerId="LiveId" clId="{E8F29F2B-2063-4F7E-B316-D3DBDD8D4FDB}" dt="2020-11-18T17:47:45.573" v="722" actId="478"/>
          <ac:spMkLst>
            <pc:docMk/>
            <pc:sldMk cId="2092838951" sldId="288"/>
            <ac:spMk id="4" creationId="{DF57711F-72B1-4DAD-9AD4-1354C0911D55}"/>
          </ac:spMkLst>
        </pc:spChg>
        <pc:spChg chg="add">
          <ac:chgData name="imen hellali" userId="f14056de509b6434" providerId="LiveId" clId="{E8F29F2B-2063-4F7E-B316-D3DBDD8D4FDB}" dt="2020-11-18T17:47:46.475" v="723"/>
          <ac:spMkLst>
            <pc:docMk/>
            <pc:sldMk cId="2092838951" sldId="288"/>
            <ac:spMk id="6" creationId="{8C792E30-0350-409B-9392-E8F9578B7270}"/>
          </ac:spMkLst>
        </pc:spChg>
        <pc:picChg chg="add">
          <ac:chgData name="imen hellali" userId="f14056de509b6434" providerId="LiveId" clId="{E8F29F2B-2063-4F7E-B316-D3DBDD8D4FDB}" dt="2020-11-18T17:47:46.475" v="723"/>
          <ac:picMkLst>
            <pc:docMk/>
            <pc:sldMk cId="2092838951" sldId="288"/>
            <ac:picMk id="5" creationId="{7C9C09D4-505A-4FB9-B3A7-6243EFE95D50}"/>
          </ac:picMkLst>
        </pc:picChg>
      </pc:sldChg>
      <pc:sldChg chg="addSp delSp">
        <pc:chgData name="imen hellali" userId="f14056de509b6434" providerId="LiveId" clId="{E8F29F2B-2063-4F7E-B316-D3DBDD8D4FDB}" dt="2020-11-18T17:48:01.032" v="725"/>
        <pc:sldMkLst>
          <pc:docMk/>
          <pc:sldMk cId="4073136401" sldId="289"/>
        </pc:sldMkLst>
        <pc:spChg chg="add del">
          <ac:chgData name="imen hellali" userId="f14056de509b6434" providerId="LiveId" clId="{E8F29F2B-2063-4F7E-B316-D3DBDD8D4FDB}" dt="2020-11-18T17:48:00.066" v="724" actId="478"/>
          <ac:spMkLst>
            <pc:docMk/>
            <pc:sldMk cId="4073136401" sldId="289"/>
            <ac:spMk id="4" creationId="{061266E3-C798-414E-8310-438B0760ED86}"/>
          </ac:spMkLst>
        </pc:spChg>
        <pc:spChg chg="add">
          <ac:chgData name="imen hellali" userId="f14056de509b6434" providerId="LiveId" clId="{E8F29F2B-2063-4F7E-B316-D3DBDD8D4FDB}" dt="2020-11-18T17:48:01.032" v="725"/>
          <ac:spMkLst>
            <pc:docMk/>
            <pc:sldMk cId="4073136401" sldId="289"/>
            <ac:spMk id="6" creationId="{C8FAA0A4-CBBA-415D-9B4B-3B2CBB94F545}"/>
          </ac:spMkLst>
        </pc:spChg>
        <pc:picChg chg="add">
          <ac:chgData name="imen hellali" userId="f14056de509b6434" providerId="LiveId" clId="{E8F29F2B-2063-4F7E-B316-D3DBDD8D4FDB}" dt="2020-11-18T17:48:01.032" v="725"/>
          <ac:picMkLst>
            <pc:docMk/>
            <pc:sldMk cId="4073136401" sldId="289"/>
            <ac:picMk id="5" creationId="{29CFBF28-AD86-4DE2-9381-C1574688784A}"/>
          </ac:picMkLst>
        </pc:picChg>
      </pc:sldChg>
      <pc:sldChg chg="addSp delSp modSp">
        <pc:chgData name="imen hellali" userId="f14056de509b6434" providerId="LiveId" clId="{E8F29F2B-2063-4F7E-B316-D3DBDD8D4FDB}" dt="2020-11-18T17:48:15.124" v="731" actId="20577"/>
        <pc:sldMkLst>
          <pc:docMk/>
          <pc:sldMk cId="374635224" sldId="290"/>
        </pc:sldMkLst>
        <pc:spChg chg="mod">
          <ac:chgData name="imen hellali" userId="f14056de509b6434" providerId="LiveId" clId="{E8F29F2B-2063-4F7E-B316-D3DBDD8D4FDB}" dt="2020-11-18T17:48:15.124" v="731" actId="20577"/>
          <ac:spMkLst>
            <pc:docMk/>
            <pc:sldMk cId="374635224" sldId="290"/>
            <ac:spMk id="3" creationId="{CB5778EC-7382-47E9-9B90-C724988E3191}"/>
          </ac:spMkLst>
        </pc:spChg>
        <pc:spChg chg="add del">
          <ac:chgData name="imen hellali" userId="f14056de509b6434" providerId="LiveId" clId="{E8F29F2B-2063-4F7E-B316-D3DBDD8D4FDB}" dt="2020-11-18T17:48:11.004" v="726" actId="478"/>
          <ac:spMkLst>
            <pc:docMk/>
            <pc:sldMk cId="374635224" sldId="290"/>
            <ac:spMk id="4" creationId="{B867D279-2B7F-4807-AAC6-DD9ED894FBA7}"/>
          </ac:spMkLst>
        </pc:spChg>
        <pc:spChg chg="add">
          <ac:chgData name="imen hellali" userId="f14056de509b6434" providerId="LiveId" clId="{E8F29F2B-2063-4F7E-B316-D3DBDD8D4FDB}" dt="2020-11-18T17:48:11.837" v="727"/>
          <ac:spMkLst>
            <pc:docMk/>
            <pc:sldMk cId="374635224" sldId="290"/>
            <ac:spMk id="6" creationId="{6303A3E7-21E9-4403-B43D-D59425ACD379}"/>
          </ac:spMkLst>
        </pc:spChg>
        <pc:picChg chg="add">
          <ac:chgData name="imen hellali" userId="f14056de509b6434" providerId="LiveId" clId="{E8F29F2B-2063-4F7E-B316-D3DBDD8D4FDB}" dt="2020-11-18T17:48:11.837" v="727"/>
          <ac:picMkLst>
            <pc:docMk/>
            <pc:sldMk cId="374635224" sldId="290"/>
            <ac:picMk id="5" creationId="{509BF4F0-190B-4A18-B3BE-8F6535C67BD0}"/>
          </ac:picMkLst>
        </pc:picChg>
      </pc:sldChg>
      <pc:sldChg chg="addSp delSp">
        <pc:chgData name="imen hellali" userId="f14056de509b6434" providerId="LiveId" clId="{E8F29F2B-2063-4F7E-B316-D3DBDD8D4FDB}" dt="2020-11-18T17:48:35.280" v="733"/>
        <pc:sldMkLst>
          <pc:docMk/>
          <pc:sldMk cId="1013684674" sldId="291"/>
        </pc:sldMkLst>
        <pc:spChg chg="add del">
          <ac:chgData name="imen hellali" userId="f14056de509b6434" providerId="LiveId" clId="{E8F29F2B-2063-4F7E-B316-D3DBDD8D4FDB}" dt="2020-11-18T17:48:34.185" v="732" actId="478"/>
          <ac:spMkLst>
            <pc:docMk/>
            <pc:sldMk cId="1013684674" sldId="291"/>
            <ac:spMk id="4" creationId="{9B36FE9A-516C-4AFB-84C7-DB5579947899}"/>
          </ac:spMkLst>
        </pc:spChg>
        <pc:spChg chg="add">
          <ac:chgData name="imen hellali" userId="f14056de509b6434" providerId="LiveId" clId="{E8F29F2B-2063-4F7E-B316-D3DBDD8D4FDB}" dt="2020-11-18T17:48:35.280" v="733"/>
          <ac:spMkLst>
            <pc:docMk/>
            <pc:sldMk cId="1013684674" sldId="291"/>
            <ac:spMk id="6" creationId="{F2ED1E09-A239-48EC-B5C2-EBD8A7366005}"/>
          </ac:spMkLst>
        </pc:spChg>
        <pc:picChg chg="add">
          <ac:chgData name="imen hellali" userId="f14056de509b6434" providerId="LiveId" clId="{E8F29F2B-2063-4F7E-B316-D3DBDD8D4FDB}" dt="2020-11-18T17:48:35.280" v="733"/>
          <ac:picMkLst>
            <pc:docMk/>
            <pc:sldMk cId="1013684674" sldId="291"/>
            <ac:picMk id="5" creationId="{491E5E03-C647-43B3-8908-234AC8157A44}"/>
          </ac:picMkLst>
        </pc:picChg>
      </pc:sldChg>
      <pc:sldChg chg="addSp delSp">
        <pc:chgData name="imen hellali" userId="f14056de509b6434" providerId="LiveId" clId="{E8F29F2B-2063-4F7E-B316-D3DBDD8D4FDB}" dt="2020-11-18T17:48:47.370" v="735"/>
        <pc:sldMkLst>
          <pc:docMk/>
          <pc:sldMk cId="881633291" sldId="292"/>
        </pc:sldMkLst>
        <pc:spChg chg="add del">
          <ac:chgData name="imen hellali" userId="f14056de509b6434" providerId="LiveId" clId="{E8F29F2B-2063-4F7E-B316-D3DBDD8D4FDB}" dt="2020-11-18T17:48:46.539" v="734" actId="478"/>
          <ac:spMkLst>
            <pc:docMk/>
            <pc:sldMk cId="881633291" sldId="292"/>
            <ac:spMk id="4" creationId="{3C88CAE7-F615-49B7-98E8-B1770E292282}"/>
          </ac:spMkLst>
        </pc:spChg>
        <pc:spChg chg="add">
          <ac:chgData name="imen hellali" userId="f14056de509b6434" providerId="LiveId" clId="{E8F29F2B-2063-4F7E-B316-D3DBDD8D4FDB}" dt="2020-11-18T17:48:47.370" v="735"/>
          <ac:spMkLst>
            <pc:docMk/>
            <pc:sldMk cId="881633291" sldId="292"/>
            <ac:spMk id="6" creationId="{3D3B6FE9-31AE-466C-B51C-57409888BBDB}"/>
          </ac:spMkLst>
        </pc:spChg>
        <pc:picChg chg="add">
          <ac:chgData name="imen hellali" userId="f14056de509b6434" providerId="LiveId" clId="{E8F29F2B-2063-4F7E-B316-D3DBDD8D4FDB}" dt="2020-11-18T17:48:47.370" v="735"/>
          <ac:picMkLst>
            <pc:docMk/>
            <pc:sldMk cId="881633291" sldId="292"/>
            <ac:picMk id="5" creationId="{7FCED873-52DB-4AAF-B1D9-0365800B08ED}"/>
          </ac:picMkLst>
        </pc:picChg>
      </pc:sldChg>
      <pc:sldChg chg="addSp delSp modSp mod setBg">
        <pc:chgData name="imen hellali" userId="f14056de509b6434" providerId="LiveId" clId="{E8F29F2B-2063-4F7E-B316-D3DBDD8D4FDB}" dt="2020-11-18T18:15:07.513" v="993"/>
        <pc:sldMkLst>
          <pc:docMk/>
          <pc:sldMk cId="639202067" sldId="293"/>
        </pc:sldMkLst>
        <pc:spChg chg="mod">
          <ac:chgData name="imen hellali" userId="f14056de509b6434" providerId="LiveId" clId="{E8F29F2B-2063-4F7E-B316-D3DBDD8D4FDB}" dt="2020-11-18T18:14:40.754" v="988" actId="26606"/>
          <ac:spMkLst>
            <pc:docMk/>
            <pc:sldMk cId="639202067" sldId="293"/>
            <ac:spMk id="2" creationId="{6C63FA4B-14AE-4968-8A7B-85219BE0B2B4}"/>
          </ac:spMkLst>
        </pc:spChg>
        <pc:spChg chg="mod">
          <ac:chgData name="imen hellali" userId="f14056de509b6434" providerId="LiveId" clId="{E8F29F2B-2063-4F7E-B316-D3DBDD8D4FDB}" dt="2020-11-18T18:14:40.754" v="988" actId="26606"/>
          <ac:spMkLst>
            <pc:docMk/>
            <pc:sldMk cId="639202067" sldId="293"/>
            <ac:spMk id="3" creationId="{57E7AB36-BD5A-49D3-9DC1-8B3646870264}"/>
          </ac:spMkLst>
        </pc:spChg>
        <pc:spChg chg="add del mod ord">
          <ac:chgData name="imen hellali" userId="f14056de509b6434" providerId="LiveId" clId="{E8F29F2B-2063-4F7E-B316-D3DBDD8D4FDB}" dt="2020-11-18T18:14:44.021" v="989" actId="478"/>
          <ac:spMkLst>
            <pc:docMk/>
            <pc:sldMk cId="639202067" sldId="293"/>
            <ac:spMk id="4" creationId="{391FCD45-9EE2-4150-8F57-31959B5C5676}"/>
          </ac:spMkLst>
        </pc:spChg>
        <pc:spChg chg="add">
          <ac:chgData name="imen hellali" userId="f14056de509b6434" providerId="LiveId" clId="{E8F29F2B-2063-4F7E-B316-D3DBDD8D4FDB}" dt="2020-11-18T18:15:07.513" v="993"/>
          <ac:spMkLst>
            <pc:docMk/>
            <pc:sldMk cId="639202067" sldId="293"/>
            <ac:spMk id="9" creationId="{D91ACD05-0824-4135-9109-D32A33557EC0}"/>
          </ac:spMkLst>
        </pc:spChg>
        <pc:spChg chg="add">
          <ac:chgData name="imen hellali" userId="f14056de509b6434" providerId="LiveId" clId="{E8F29F2B-2063-4F7E-B316-D3DBDD8D4FDB}" dt="2020-11-18T18:14:40.754" v="988" actId="26606"/>
          <ac:spMkLst>
            <pc:docMk/>
            <pc:sldMk cId="639202067" sldId="293"/>
            <ac:spMk id="10" creationId="{49CD2D09-B1BB-4DF5-9E1C-3D21B21EDEFD}"/>
          </ac:spMkLst>
        </pc:spChg>
        <pc:spChg chg="add">
          <ac:chgData name="imen hellali" userId="f14056de509b6434" providerId="LiveId" clId="{E8F29F2B-2063-4F7E-B316-D3DBDD8D4FDB}" dt="2020-11-18T18:14:40.754" v="988" actId="26606"/>
          <ac:spMkLst>
            <pc:docMk/>
            <pc:sldMk cId="639202067" sldId="293"/>
            <ac:spMk id="14" creationId="{967C29FE-FD32-4AFB-AD20-DBDF5864B2D8}"/>
          </ac:spMkLst>
        </pc:spChg>
        <pc:picChg chg="add mod">
          <ac:chgData name="imen hellali" userId="f14056de509b6434" providerId="LiveId" clId="{E8F29F2B-2063-4F7E-B316-D3DBDD8D4FDB}" dt="2020-11-18T18:14:40.754" v="988" actId="26606"/>
          <ac:picMkLst>
            <pc:docMk/>
            <pc:sldMk cId="639202067" sldId="293"/>
            <ac:picMk id="5" creationId="{069EB35F-1DE2-46AC-A196-8B81212E78FB}"/>
          </ac:picMkLst>
        </pc:picChg>
        <pc:picChg chg="add">
          <ac:chgData name="imen hellali" userId="f14056de509b6434" providerId="LiveId" clId="{E8F29F2B-2063-4F7E-B316-D3DBDD8D4FDB}" dt="2020-11-18T18:14:40.754" v="988" actId="26606"/>
          <ac:picMkLst>
            <pc:docMk/>
            <pc:sldMk cId="639202067" sldId="293"/>
            <ac:picMk id="12" creationId="{83355637-BA71-4F63-94C9-E77BF81BDFC0}"/>
          </ac:picMkLst>
        </pc:picChg>
      </pc:sldChg>
      <pc:sldChg chg="addSp delSp modSp mod setBg">
        <pc:chgData name="imen hellali" userId="f14056de509b6434" providerId="LiveId" clId="{E8F29F2B-2063-4F7E-B316-D3DBDD8D4FDB}" dt="2020-11-18T18:15:10.183" v="994"/>
        <pc:sldMkLst>
          <pc:docMk/>
          <pc:sldMk cId="233776944" sldId="294"/>
        </pc:sldMkLst>
        <pc:spChg chg="mod">
          <ac:chgData name="imen hellali" userId="f14056de509b6434" providerId="LiveId" clId="{E8F29F2B-2063-4F7E-B316-D3DBDD8D4FDB}" dt="2020-11-18T18:14:51.313" v="991" actId="26606"/>
          <ac:spMkLst>
            <pc:docMk/>
            <pc:sldMk cId="233776944" sldId="294"/>
            <ac:spMk id="2" creationId="{AE130078-E306-4DAE-B716-F709DDD6180A}"/>
          </ac:spMkLst>
        </pc:spChg>
        <pc:spChg chg="mod">
          <ac:chgData name="imen hellali" userId="f14056de509b6434" providerId="LiveId" clId="{E8F29F2B-2063-4F7E-B316-D3DBDD8D4FDB}" dt="2020-11-18T18:14:51.313" v="991" actId="26606"/>
          <ac:spMkLst>
            <pc:docMk/>
            <pc:sldMk cId="233776944" sldId="294"/>
            <ac:spMk id="3" creationId="{5BDA444F-AD59-417E-AA02-A07BA3D3B92B}"/>
          </ac:spMkLst>
        </pc:spChg>
        <pc:spChg chg="add del mod ord">
          <ac:chgData name="imen hellali" userId="f14056de509b6434" providerId="LiveId" clId="{E8F29F2B-2063-4F7E-B316-D3DBDD8D4FDB}" dt="2020-11-18T18:14:54.563" v="992" actId="478"/>
          <ac:spMkLst>
            <pc:docMk/>
            <pc:sldMk cId="233776944" sldId="294"/>
            <ac:spMk id="4" creationId="{37F2AC8C-F8D7-4899-8209-267111F907AA}"/>
          </ac:spMkLst>
        </pc:spChg>
        <pc:spChg chg="add">
          <ac:chgData name="imen hellali" userId="f14056de509b6434" providerId="LiveId" clId="{E8F29F2B-2063-4F7E-B316-D3DBDD8D4FDB}" dt="2020-11-18T18:15:10.183" v="994"/>
          <ac:spMkLst>
            <pc:docMk/>
            <pc:sldMk cId="233776944" sldId="294"/>
            <ac:spMk id="9" creationId="{D1DCB808-F52A-43F5-B21D-9B61A13BD684}"/>
          </ac:spMkLst>
        </pc:spChg>
        <pc:spChg chg="add">
          <ac:chgData name="imen hellali" userId="f14056de509b6434" providerId="LiveId" clId="{E8F29F2B-2063-4F7E-B316-D3DBDD8D4FDB}" dt="2020-11-18T18:14:51.313" v="991" actId="26606"/>
          <ac:spMkLst>
            <pc:docMk/>
            <pc:sldMk cId="233776944" sldId="294"/>
            <ac:spMk id="10" creationId="{49CD2D09-B1BB-4DF5-9E1C-3D21B21EDEFD}"/>
          </ac:spMkLst>
        </pc:spChg>
        <pc:spChg chg="add">
          <ac:chgData name="imen hellali" userId="f14056de509b6434" providerId="LiveId" clId="{E8F29F2B-2063-4F7E-B316-D3DBDD8D4FDB}" dt="2020-11-18T18:14:51.313" v="991" actId="26606"/>
          <ac:spMkLst>
            <pc:docMk/>
            <pc:sldMk cId="233776944" sldId="294"/>
            <ac:spMk id="14" creationId="{967C29FE-FD32-4AFB-AD20-DBDF5864B2D8}"/>
          </ac:spMkLst>
        </pc:spChg>
        <pc:picChg chg="add mod">
          <ac:chgData name="imen hellali" userId="f14056de509b6434" providerId="LiveId" clId="{E8F29F2B-2063-4F7E-B316-D3DBDD8D4FDB}" dt="2020-11-18T18:14:51.313" v="991" actId="26606"/>
          <ac:picMkLst>
            <pc:docMk/>
            <pc:sldMk cId="233776944" sldId="294"/>
            <ac:picMk id="5" creationId="{77A89B00-23A5-4214-BD4E-FFD7D88C835C}"/>
          </ac:picMkLst>
        </pc:picChg>
        <pc:picChg chg="add">
          <ac:chgData name="imen hellali" userId="f14056de509b6434" providerId="LiveId" clId="{E8F29F2B-2063-4F7E-B316-D3DBDD8D4FDB}" dt="2020-11-18T18:14:51.313" v="991" actId="26606"/>
          <ac:picMkLst>
            <pc:docMk/>
            <pc:sldMk cId="233776944" sldId="294"/>
            <ac:picMk id="12" creationId="{83355637-BA71-4F63-94C9-E77BF81BDFC0}"/>
          </ac:picMkLst>
        </pc:picChg>
      </pc:sldChg>
      <pc:sldChg chg="addSp delSp modSp add mod setBg delDesignElem">
        <pc:chgData name="imen hellali" userId="f14056de509b6434" providerId="LiveId" clId="{E8F29F2B-2063-4F7E-B316-D3DBDD8D4FDB}" dt="2020-11-18T17:50:31.564" v="758" actId="1076"/>
        <pc:sldMkLst>
          <pc:docMk/>
          <pc:sldMk cId="353112218" sldId="295"/>
        </pc:sldMkLst>
        <pc:spChg chg="del mod">
          <ac:chgData name="imen hellali" userId="f14056de509b6434" providerId="LiveId" clId="{E8F29F2B-2063-4F7E-B316-D3DBDD8D4FDB}" dt="2020-11-18T17:50:13.126" v="749" actId="478"/>
          <ac:spMkLst>
            <pc:docMk/>
            <pc:sldMk cId="353112218" sldId="295"/>
            <ac:spMk id="3" creationId="{DC707881-3208-478B-B2E3-E8BE70AA4179}"/>
          </ac:spMkLst>
        </pc:spChg>
        <pc:spChg chg="add del mod">
          <ac:chgData name="imen hellali" userId="f14056de509b6434" providerId="LiveId" clId="{E8F29F2B-2063-4F7E-B316-D3DBDD8D4FDB}" dt="2020-11-18T17:50:18.234" v="751" actId="478"/>
          <ac:spMkLst>
            <pc:docMk/>
            <pc:sldMk cId="353112218" sldId="295"/>
            <ac:spMk id="6" creationId="{3920F3C1-3FE0-48FF-BAD1-CE0AAF0266D6}"/>
          </ac:spMkLst>
        </pc:spChg>
        <pc:spChg chg="mod">
          <ac:chgData name="imen hellali" userId="f14056de509b6434" providerId="LiveId" clId="{E8F29F2B-2063-4F7E-B316-D3DBDD8D4FDB}" dt="2020-11-18T17:50:31.564" v="758" actId="1076"/>
          <ac:spMkLst>
            <pc:docMk/>
            <pc:sldMk cId="353112218" sldId="295"/>
            <ac:spMk id="25" creationId="{D4ED533F-D302-45A4-A274-986C4BB3A0B0}"/>
          </ac:spMkLst>
        </pc:spChg>
        <pc:spChg chg="add">
          <ac:chgData name="imen hellali" userId="f14056de509b6434" providerId="LiveId" clId="{E8F29F2B-2063-4F7E-B316-D3DBDD8D4FDB}" dt="2020-11-18T17:50:01.052" v="748" actId="26606"/>
          <ac:spMkLst>
            <pc:docMk/>
            <pc:sldMk cId="353112218" sldId="295"/>
            <ac:spMk id="30" creationId="{0BC9EFE1-D8CB-4668-9980-DB108327A794}"/>
          </ac:spMkLst>
        </pc:spChg>
        <pc:spChg chg="add">
          <ac:chgData name="imen hellali" userId="f14056de509b6434" providerId="LiveId" clId="{E8F29F2B-2063-4F7E-B316-D3DBDD8D4FDB}" dt="2020-11-18T17:50:01.052" v="748" actId="26606"/>
          <ac:spMkLst>
            <pc:docMk/>
            <pc:sldMk cId="353112218" sldId="295"/>
            <ac:spMk id="34" creationId="{77DA6D33-2D62-458C-BF5D-DBF612FD557E}"/>
          </ac:spMkLst>
        </pc:spChg>
        <pc:spChg chg="del">
          <ac:chgData name="imen hellali" userId="f14056de509b6434" providerId="LiveId" clId="{E8F29F2B-2063-4F7E-B316-D3DBDD8D4FDB}" dt="2020-11-18T17:49:55.572" v="747"/>
          <ac:spMkLst>
            <pc:docMk/>
            <pc:sldMk cId="353112218" sldId="295"/>
            <ac:spMk id="36" creationId="{0BC9EFE1-D8CB-4668-9980-DB108327A794}"/>
          </ac:spMkLst>
        </pc:spChg>
        <pc:spChg chg="del">
          <ac:chgData name="imen hellali" userId="f14056de509b6434" providerId="LiveId" clId="{E8F29F2B-2063-4F7E-B316-D3DBDD8D4FDB}" dt="2020-11-18T17:49:55.572" v="747"/>
          <ac:spMkLst>
            <pc:docMk/>
            <pc:sldMk cId="353112218" sldId="295"/>
            <ac:spMk id="38" creationId="{77DA6D33-2D62-458C-BF5D-DBF612FD557E}"/>
          </ac:spMkLst>
        </pc:spChg>
        <pc:picChg chg="add">
          <ac:chgData name="imen hellali" userId="f14056de509b6434" providerId="LiveId" clId="{E8F29F2B-2063-4F7E-B316-D3DBDD8D4FDB}" dt="2020-11-18T17:50:01.052" v="748" actId="26606"/>
          <ac:picMkLst>
            <pc:docMk/>
            <pc:sldMk cId="353112218" sldId="295"/>
            <ac:picMk id="32" creationId="{7CBAE1BD-B8E4-4029-8AA2-C77E4FED9864}"/>
          </ac:picMkLst>
        </pc:picChg>
        <pc:picChg chg="del">
          <ac:chgData name="imen hellali" userId="f14056de509b6434" providerId="LiveId" clId="{E8F29F2B-2063-4F7E-B316-D3DBDD8D4FDB}" dt="2020-11-18T17:49:55.572" v="747"/>
          <ac:picMkLst>
            <pc:docMk/>
            <pc:sldMk cId="353112218" sldId="295"/>
            <ac:picMk id="37" creationId="{7CBAE1BD-B8E4-4029-8AA2-C77E4FED986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934749-C3F6-40FD-97BC-F68B07103EF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DE"/>
          </a:p>
        </p:txBody>
      </p:sp>
      <p:sp>
        <p:nvSpPr>
          <p:cNvPr id="3" name="Untertitel 2">
            <a:extLst>
              <a:ext uri="{FF2B5EF4-FFF2-40B4-BE49-F238E27FC236}">
                <a16:creationId xmlns:a16="http://schemas.microsoft.com/office/drawing/2014/main" id="{EB1B86DD-08CC-4E76-9F70-26B54352FB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DE"/>
          </a:p>
        </p:txBody>
      </p:sp>
      <p:sp>
        <p:nvSpPr>
          <p:cNvPr id="4" name="Datumsplatzhalter 3">
            <a:extLst>
              <a:ext uri="{FF2B5EF4-FFF2-40B4-BE49-F238E27FC236}">
                <a16:creationId xmlns:a16="http://schemas.microsoft.com/office/drawing/2014/main" id="{9013B418-63BF-4151-8E97-9ABE2C92B05F}"/>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5" name="Fußzeilenplatzhalter 4">
            <a:extLst>
              <a:ext uri="{FF2B5EF4-FFF2-40B4-BE49-F238E27FC236}">
                <a16:creationId xmlns:a16="http://schemas.microsoft.com/office/drawing/2014/main" id="{3C342518-09CC-45A4-B799-670414678977}"/>
              </a:ext>
            </a:extLst>
          </p:cNvPr>
          <p:cNvSpPr>
            <a:spLocks noGrp="1"/>
          </p:cNvSpPr>
          <p:nvPr>
            <p:ph type="ftr" sz="quarter" idx="11"/>
          </p:nvPr>
        </p:nvSpPr>
        <p:spPr/>
        <p:txBody>
          <a:bodyPr/>
          <a:lstStyle/>
          <a:p>
            <a:endParaRPr lang="en-DE"/>
          </a:p>
        </p:txBody>
      </p:sp>
      <p:sp>
        <p:nvSpPr>
          <p:cNvPr id="6" name="Foliennummernplatzhalter 5">
            <a:extLst>
              <a:ext uri="{FF2B5EF4-FFF2-40B4-BE49-F238E27FC236}">
                <a16:creationId xmlns:a16="http://schemas.microsoft.com/office/drawing/2014/main" id="{273A173E-D6F6-45AC-B9E3-1F1819DA5D73}"/>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4057771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067C32-F6A8-4EAA-88B2-5B16250C4569}"/>
              </a:ext>
            </a:extLst>
          </p:cNvPr>
          <p:cNvSpPr>
            <a:spLocks noGrp="1"/>
          </p:cNvSpPr>
          <p:nvPr>
            <p:ph type="title"/>
          </p:nvPr>
        </p:nvSpPr>
        <p:spPr/>
        <p:txBody>
          <a:bodyPr/>
          <a:lstStyle/>
          <a:p>
            <a:r>
              <a:rPr lang="de-DE"/>
              <a:t>Mastertitelformat bearbeiten</a:t>
            </a:r>
            <a:endParaRPr lang="en-DE"/>
          </a:p>
        </p:txBody>
      </p:sp>
      <p:sp>
        <p:nvSpPr>
          <p:cNvPr id="3" name="Inhaltsplatzhalter 2">
            <a:extLst>
              <a:ext uri="{FF2B5EF4-FFF2-40B4-BE49-F238E27FC236}">
                <a16:creationId xmlns:a16="http://schemas.microsoft.com/office/drawing/2014/main" id="{1980BD7B-AB26-419E-BD9C-272D7DAFD79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4" name="Datumsplatzhalter 3">
            <a:extLst>
              <a:ext uri="{FF2B5EF4-FFF2-40B4-BE49-F238E27FC236}">
                <a16:creationId xmlns:a16="http://schemas.microsoft.com/office/drawing/2014/main" id="{22C68C98-8991-4431-9B01-88AF510B0E04}"/>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5" name="Fußzeilenplatzhalter 4">
            <a:extLst>
              <a:ext uri="{FF2B5EF4-FFF2-40B4-BE49-F238E27FC236}">
                <a16:creationId xmlns:a16="http://schemas.microsoft.com/office/drawing/2014/main" id="{8B2D0856-A4E9-4015-B3E7-77B8FBA0842A}"/>
              </a:ext>
            </a:extLst>
          </p:cNvPr>
          <p:cNvSpPr>
            <a:spLocks noGrp="1"/>
          </p:cNvSpPr>
          <p:nvPr>
            <p:ph type="ftr" sz="quarter" idx="11"/>
          </p:nvPr>
        </p:nvSpPr>
        <p:spPr/>
        <p:txBody>
          <a:bodyPr/>
          <a:lstStyle/>
          <a:p>
            <a:endParaRPr lang="en-DE"/>
          </a:p>
        </p:txBody>
      </p:sp>
      <p:sp>
        <p:nvSpPr>
          <p:cNvPr id="6" name="Foliennummernplatzhalter 5">
            <a:extLst>
              <a:ext uri="{FF2B5EF4-FFF2-40B4-BE49-F238E27FC236}">
                <a16:creationId xmlns:a16="http://schemas.microsoft.com/office/drawing/2014/main" id="{D6769C41-4104-41D4-BB7D-7F0D8A8420DC}"/>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2007282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EA2F7C-81A9-4069-9EFB-A587576EE69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DE"/>
          </a:p>
        </p:txBody>
      </p:sp>
      <p:sp>
        <p:nvSpPr>
          <p:cNvPr id="3" name="Textplatzhalter 2">
            <a:extLst>
              <a:ext uri="{FF2B5EF4-FFF2-40B4-BE49-F238E27FC236}">
                <a16:creationId xmlns:a16="http://schemas.microsoft.com/office/drawing/2014/main" id="{7B92CB11-CAE0-4C2E-B97B-BAD36B118B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2F0C268-4B45-4A22-A258-D8DEE075AB7F}"/>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5" name="Fußzeilenplatzhalter 4">
            <a:extLst>
              <a:ext uri="{FF2B5EF4-FFF2-40B4-BE49-F238E27FC236}">
                <a16:creationId xmlns:a16="http://schemas.microsoft.com/office/drawing/2014/main" id="{29C3CC24-0FCA-415F-A568-EA5CE62E62F8}"/>
              </a:ext>
            </a:extLst>
          </p:cNvPr>
          <p:cNvSpPr>
            <a:spLocks noGrp="1"/>
          </p:cNvSpPr>
          <p:nvPr>
            <p:ph type="ftr" sz="quarter" idx="11"/>
          </p:nvPr>
        </p:nvSpPr>
        <p:spPr/>
        <p:txBody>
          <a:bodyPr/>
          <a:lstStyle/>
          <a:p>
            <a:endParaRPr lang="en-DE"/>
          </a:p>
        </p:txBody>
      </p:sp>
      <p:sp>
        <p:nvSpPr>
          <p:cNvPr id="6" name="Foliennummernplatzhalter 5">
            <a:extLst>
              <a:ext uri="{FF2B5EF4-FFF2-40B4-BE49-F238E27FC236}">
                <a16:creationId xmlns:a16="http://schemas.microsoft.com/office/drawing/2014/main" id="{CD0A60A4-FA35-4442-AE85-B78AE2BBA17B}"/>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4051591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F59E6E-B5BC-4241-B1A7-CAEF7EE1A874}"/>
              </a:ext>
            </a:extLst>
          </p:cNvPr>
          <p:cNvSpPr>
            <a:spLocks noGrp="1"/>
          </p:cNvSpPr>
          <p:nvPr>
            <p:ph type="title"/>
          </p:nvPr>
        </p:nvSpPr>
        <p:spPr/>
        <p:txBody>
          <a:bodyPr/>
          <a:lstStyle/>
          <a:p>
            <a:r>
              <a:rPr lang="de-DE"/>
              <a:t>Mastertitelformat bearbeiten</a:t>
            </a:r>
            <a:endParaRPr lang="en-DE"/>
          </a:p>
        </p:txBody>
      </p:sp>
      <p:sp>
        <p:nvSpPr>
          <p:cNvPr id="3" name="Inhaltsplatzhalter 2">
            <a:extLst>
              <a:ext uri="{FF2B5EF4-FFF2-40B4-BE49-F238E27FC236}">
                <a16:creationId xmlns:a16="http://schemas.microsoft.com/office/drawing/2014/main" id="{D170A6AF-6156-42D9-93EE-434149C10CC7}"/>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4" name="Inhaltsplatzhalter 3">
            <a:extLst>
              <a:ext uri="{FF2B5EF4-FFF2-40B4-BE49-F238E27FC236}">
                <a16:creationId xmlns:a16="http://schemas.microsoft.com/office/drawing/2014/main" id="{49D0C976-A711-4FB5-87E5-75607BD1A99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5" name="Datumsplatzhalter 4">
            <a:extLst>
              <a:ext uri="{FF2B5EF4-FFF2-40B4-BE49-F238E27FC236}">
                <a16:creationId xmlns:a16="http://schemas.microsoft.com/office/drawing/2014/main" id="{34BBF215-53E5-416B-BF5D-0CBFF113EA14}"/>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6" name="Fußzeilenplatzhalter 5">
            <a:extLst>
              <a:ext uri="{FF2B5EF4-FFF2-40B4-BE49-F238E27FC236}">
                <a16:creationId xmlns:a16="http://schemas.microsoft.com/office/drawing/2014/main" id="{8CCA491F-D4EC-40E5-80D8-35FC8E074CB3}"/>
              </a:ext>
            </a:extLst>
          </p:cNvPr>
          <p:cNvSpPr>
            <a:spLocks noGrp="1"/>
          </p:cNvSpPr>
          <p:nvPr>
            <p:ph type="ftr" sz="quarter" idx="11"/>
          </p:nvPr>
        </p:nvSpPr>
        <p:spPr/>
        <p:txBody>
          <a:bodyPr/>
          <a:lstStyle/>
          <a:p>
            <a:endParaRPr lang="en-DE"/>
          </a:p>
        </p:txBody>
      </p:sp>
      <p:sp>
        <p:nvSpPr>
          <p:cNvPr id="7" name="Foliennummernplatzhalter 6">
            <a:extLst>
              <a:ext uri="{FF2B5EF4-FFF2-40B4-BE49-F238E27FC236}">
                <a16:creationId xmlns:a16="http://schemas.microsoft.com/office/drawing/2014/main" id="{9D1F0A70-B3EC-45B4-BAE3-F1A751705428}"/>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1891626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35C8F1-6377-4E07-923D-A73F05DC975F}"/>
              </a:ext>
            </a:extLst>
          </p:cNvPr>
          <p:cNvSpPr>
            <a:spLocks noGrp="1"/>
          </p:cNvSpPr>
          <p:nvPr>
            <p:ph type="title"/>
          </p:nvPr>
        </p:nvSpPr>
        <p:spPr>
          <a:xfrm>
            <a:off x="839788" y="365125"/>
            <a:ext cx="10515600" cy="1325563"/>
          </a:xfrm>
        </p:spPr>
        <p:txBody>
          <a:bodyPr/>
          <a:lstStyle/>
          <a:p>
            <a:r>
              <a:rPr lang="de-DE"/>
              <a:t>Mastertitelformat bearbeiten</a:t>
            </a:r>
            <a:endParaRPr lang="en-DE"/>
          </a:p>
        </p:txBody>
      </p:sp>
      <p:sp>
        <p:nvSpPr>
          <p:cNvPr id="3" name="Textplatzhalter 2">
            <a:extLst>
              <a:ext uri="{FF2B5EF4-FFF2-40B4-BE49-F238E27FC236}">
                <a16:creationId xmlns:a16="http://schemas.microsoft.com/office/drawing/2014/main" id="{7D3069E8-6AEA-4F1A-AC43-385BB59381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9B35023-B656-4777-870F-9E385EC065A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5" name="Textplatzhalter 4">
            <a:extLst>
              <a:ext uri="{FF2B5EF4-FFF2-40B4-BE49-F238E27FC236}">
                <a16:creationId xmlns:a16="http://schemas.microsoft.com/office/drawing/2014/main" id="{A945871F-B174-4C36-B34D-345301E79E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EE2472F3-0F60-4BA0-90BA-8C1732F02B25}"/>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7" name="Datumsplatzhalter 6">
            <a:extLst>
              <a:ext uri="{FF2B5EF4-FFF2-40B4-BE49-F238E27FC236}">
                <a16:creationId xmlns:a16="http://schemas.microsoft.com/office/drawing/2014/main" id="{84E589D7-F5DA-40CF-8E5F-9142E73FC460}"/>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8" name="Fußzeilenplatzhalter 7">
            <a:extLst>
              <a:ext uri="{FF2B5EF4-FFF2-40B4-BE49-F238E27FC236}">
                <a16:creationId xmlns:a16="http://schemas.microsoft.com/office/drawing/2014/main" id="{4C0C825C-C248-410F-AE41-3823EB2C47E5}"/>
              </a:ext>
            </a:extLst>
          </p:cNvPr>
          <p:cNvSpPr>
            <a:spLocks noGrp="1"/>
          </p:cNvSpPr>
          <p:nvPr>
            <p:ph type="ftr" sz="quarter" idx="11"/>
          </p:nvPr>
        </p:nvSpPr>
        <p:spPr/>
        <p:txBody>
          <a:bodyPr/>
          <a:lstStyle/>
          <a:p>
            <a:endParaRPr lang="en-DE"/>
          </a:p>
        </p:txBody>
      </p:sp>
      <p:sp>
        <p:nvSpPr>
          <p:cNvPr id="9" name="Foliennummernplatzhalter 8">
            <a:extLst>
              <a:ext uri="{FF2B5EF4-FFF2-40B4-BE49-F238E27FC236}">
                <a16:creationId xmlns:a16="http://schemas.microsoft.com/office/drawing/2014/main" id="{63F8D530-54B8-4B99-B207-D8C393E733A6}"/>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629834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E93D0D-52AB-4340-AB60-038C064D9F3A}"/>
              </a:ext>
            </a:extLst>
          </p:cNvPr>
          <p:cNvSpPr>
            <a:spLocks noGrp="1"/>
          </p:cNvSpPr>
          <p:nvPr>
            <p:ph type="title"/>
          </p:nvPr>
        </p:nvSpPr>
        <p:spPr/>
        <p:txBody>
          <a:bodyPr/>
          <a:lstStyle/>
          <a:p>
            <a:r>
              <a:rPr lang="de-DE"/>
              <a:t>Mastertitelformat bearbeiten</a:t>
            </a:r>
            <a:endParaRPr lang="en-DE"/>
          </a:p>
        </p:txBody>
      </p:sp>
      <p:sp>
        <p:nvSpPr>
          <p:cNvPr id="3" name="Datumsplatzhalter 2">
            <a:extLst>
              <a:ext uri="{FF2B5EF4-FFF2-40B4-BE49-F238E27FC236}">
                <a16:creationId xmlns:a16="http://schemas.microsoft.com/office/drawing/2014/main" id="{1B284E61-37F6-4824-A9E1-A19BAE1EEF5B}"/>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4" name="Fußzeilenplatzhalter 3">
            <a:extLst>
              <a:ext uri="{FF2B5EF4-FFF2-40B4-BE49-F238E27FC236}">
                <a16:creationId xmlns:a16="http://schemas.microsoft.com/office/drawing/2014/main" id="{3F7786BE-CBFE-4780-A69B-1FDC541224E8}"/>
              </a:ext>
            </a:extLst>
          </p:cNvPr>
          <p:cNvSpPr>
            <a:spLocks noGrp="1"/>
          </p:cNvSpPr>
          <p:nvPr>
            <p:ph type="ftr" sz="quarter" idx="11"/>
          </p:nvPr>
        </p:nvSpPr>
        <p:spPr/>
        <p:txBody>
          <a:bodyPr/>
          <a:lstStyle/>
          <a:p>
            <a:endParaRPr lang="en-DE"/>
          </a:p>
        </p:txBody>
      </p:sp>
      <p:sp>
        <p:nvSpPr>
          <p:cNvPr id="5" name="Foliennummernplatzhalter 4">
            <a:extLst>
              <a:ext uri="{FF2B5EF4-FFF2-40B4-BE49-F238E27FC236}">
                <a16:creationId xmlns:a16="http://schemas.microsoft.com/office/drawing/2014/main" id="{99D0128D-F514-42D0-A320-29E8CCDF18C0}"/>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1449713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7654DC4-7818-4181-8730-D84CAAC11150}"/>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3" name="Fußzeilenplatzhalter 2">
            <a:extLst>
              <a:ext uri="{FF2B5EF4-FFF2-40B4-BE49-F238E27FC236}">
                <a16:creationId xmlns:a16="http://schemas.microsoft.com/office/drawing/2014/main" id="{75EE2C87-DCFB-4E56-928C-C63337041D03}"/>
              </a:ext>
            </a:extLst>
          </p:cNvPr>
          <p:cNvSpPr>
            <a:spLocks noGrp="1"/>
          </p:cNvSpPr>
          <p:nvPr>
            <p:ph type="ftr" sz="quarter" idx="11"/>
          </p:nvPr>
        </p:nvSpPr>
        <p:spPr/>
        <p:txBody>
          <a:bodyPr/>
          <a:lstStyle/>
          <a:p>
            <a:endParaRPr lang="en-DE"/>
          </a:p>
        </p:txBody>
      </p:sp>
      <p:sp>
        <p:nvSpPr>
          <p:cNvPr id="4" name="Foliennummernplatzhalter 3">
            <a:extLst>
              <a:ext uri="{FF2B5EF4-FFF2-40B4-BE49-F238E27FC236}">
                <a16:creationId xmlns:a16="http://schemas.microsoft.com/office/drawing/2014/main" id="{2E013624-55AE-4124-880A-9F5C3C9EC4C3}"/>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384211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34AA99-0067-4A73-90C7-725CC0C1973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DE"/>
          </a:p>
        </p:txBody>
      </p:sp>
      <p:sp>
        <p:nvSpPr>
          <p:cNvPr id="3" name="Inhaltsplatzhalter 2">
            <a:extLst>
              <a:ext uri="{FF2B5EF4-FFF2-40B4-BE49-F238E27FC236}">
                <a16:creationId xmlns:a16="http://schemas.microsoft.com/office/drawing/2014/main" id="{4FCF829F-45F4-4E5F-A463-5BE697BB91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4" name="Textplatzhalter 3">
            <a:extLst>
              <a:ext uri="{FF2B5EF4-FFF2-40B4-BE49-F238E27FC236}">
                <a16:creationId xmlns:a16="http://schemas.microsoft.com/office/drawing/2014/main" id="{227625AC-7CE4-4CE2-AB29-B3CA357CC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4126633-48C3-4988-853C-82E11D5E0588}"/>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6" name="Fußzeilenplatzhalter 5">
            <a:extLst>
              <a:ext uri="{FF2B5EF4-FFF2-40B4-BE49-F238E27FC236}">
                <a16:creationId xmlns:a16="http://schemas.microsoft.com/office/drawing/2014/main" id="{6116F5F6-1578-4988-98B7-D8280C746F23}"/>
              </a:ext>
            </a:extLst>
          </p:cNvPr>
          <p:cNvSpPr>
            <a:spLocks noGrp="1"/>
          </p:cNvSpPr>
          <p:nvPr>
            <p:ph type="ftr" sz="quarter" idx="11"/>
          </p:nvPr>
        </p:nvSpPr>
        <p:spPr/>
        <p:txBody>
          <a:bodyPr/>
          <a:lstStyle/>
          <a:p>
            <a:endParaRPr lang="en-DE"/>
          </a:p>
        </p:txBody>
      </p:sp>
      <p:sp>
        <p:nvSpPr>
          <p:cNvPr id="7" name="Foliennummernplatzhalter 6">
            <a:extLst>
              <a:ext uri="{FF2B5EF4-FFF2-40B4-BE49-F238E27FC236}">
                <a16:creationId xmlns:a16="http://schemas.microsoft.com/office/drawing/2014/main" id="{7A8CE83B-9A55-4FC3-AE44-F8F791C156D0}"/>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2782811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28C860-D69A-4B76-BB56-514F0B1EAEE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DE"/>
          </a:p>
        </p:txBody>
      </p:sp>
      <p:sp>
        <p:nvSpPr>
          <p:cNvPr id="3" name="Bildplatzhalter 2">
            <a:extLst>
              <a:ext uri="{FF2B5EF4-FFF2-40B4-BE49-F238E27FC236}">
                <a16:creationId xmlns:a16="http://schemas.microsoft.com/office/drawing/2014/main" id="{1182C4F6-7FAD-416E-92B8-4FE64D6027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platzhalter 3">
            <a:extLst>
              <a:ext uri="{FF2B5EF4-FFF2-40B4-BE49-F238E27FC236}">
                <a16:creationId xmlns:a16="http://schemas.microsoft.com/office/drawing/2014/main" id="{4F518BC6-1A21-4658-A1C3-52E3F54E93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8EB970B-6F2F-4E94-9447-6B05E0A04530}"/>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6" name="Fußzeilenplatzhalter 5">
            <a:extLst>
              <a:ext uri="{FF2B5EF4-FFF2-40B4-BE49-F238E27FC236}">
                <a16:creationId xmlns:a16="http://schemas.microsoft.com/office/drawing/2014/main" id="{C3236158-FDFF-4BBA-AE8F-E35533CCD57E}"/>
              </a:ext>
            </a:extLst>
          </p:cNvPr>
          <p:cNvSpPr>
            <a:spLocks noGrp="1"/>
          </p:cNvSpPr>
          <p:nvPr>
            <p:ph type="ftr" sz="quarter" idx="11"/>
          </p:nvPr>
        </p:nvSpPr>
        <p:spPr/>
        <p:txBody>
          <a:bodyPr/>
          <a:lstStyle/>
          <a:p>
            <a:endParaRPr lang="en-DE"/>
          </a:p>
        </p:txBody>
      </p:sp>
      <p:sp>
        <p:nvSpPr>
          <p:cNvPr id="7" name="Foliennummernplatzhalter 6">
            <a:extLst>
              <a:ext uri="{FF2B5EF4-FFF2-40B4-BE49-F238E27FC236}">
                <a16:creationId xmlns:a16="http://schemas.microsoft.com/office/drawing/2014/main" id="{3C7F8440-9B89-4719-B44D-E8AE1B0C079B}"/>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1841549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AE574E-8738-46B0-B29C-100694E95D6A}"/>
              </a:ext>
            </a:extLst>
          </p:cNvPr>
          <p:cNvSpPr>
            <a:spLocks noGrp="1"/>
          </p:cNvSpPr>
          <p:nvPr>
            <p:ph type="title"/>
          </p:nvPr>
        </p:nvSpPr>
        <p:spPr/>
        <p:txBody>
          <a:bodyPr/>
          <a:lstStyle/>
          <a:p>
            <a:r>
              <a:rPr lang="de-DE"/>
              <a:t>Mastertitelformat bearbeiten</a:t>
            </a:r>
            <a:endParaRPr lang="en-DE"/>
          </a:p>
        </p:txBody>
      </p:sp>
      <p:sp>
        <p:nvSpPr>
          <p:cNvPr id="3" name="Vertikaler Textplatzhalter 2">
            <a:extLst>
              <a:ext uri="{FF2B5EF4-FFF2-40B4-BE49-F238E27FC236}">
                <a16:creationId xmlns:a16="http://schemas.microsoft.com/office/drawing/2014/main" id="{91088457-8866-4A21-9548-4164C7062192}"/>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4" name="Datumsplatzhalter 3">
            <a:extLst>
              <a:ext uri="{FF2B5EF4-FFF2-40B4-BE49-F238E27FC236}">
                <a16:creationId xmlns:a16="http://schemas.microsoft.com/office/drawing/2014/main" id="{49F4F3CE-095A-426B-A40F-FF50A4AE74A5}"/>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5" name="Fußzeilenplatzhalter 4">
            <a:extLst>
              <a:ext uri="{FF2B5EF4-FFF2-40B4-BE49-F238E27FC236}">
                <a16:creationId xmlns:a16="http://schemas.microsoft.com/office/drawing/2014/main" id="{FE781E6E-88C0-4547-9565-8E466E52A746}"/>
              </a:ext>
            </a:extLst>
          </p:cNvPr>
          <p:cNvSpPr>
            <a:spLocks noGrp="1"/>
          </p:cNvSpPr>
          <p:nvPr>
            <p:ph type="ftr" sz="quarter" idx="11"/>
          </p:nvPr>
        </p:nvSpPr>
        <p:spPr/>
        <p:txBody>
          <a:bodyPr/>
          <a:lstStyle/>
          <a:p>
            <a:endParaRPr lang="en-DE"/>
          </a:p>
        </p:txBody>
      </p:sp>
      <p:sp>
        <p:nvSpPr>
          <p:cNvPr id="6" name="Foliennummernplatzhalter 5">
            <a:extLst>
              <a:ext uri="{FF2B5EF4-FFF2-40B4-BE49-F238E27FC236}">
                <a16:creationId xmlns:a16="http://schemas.microsoft.com/office/drawing/2014/main" id="{DBB8EE20-14DE-427D-9F8C-4EEC745DA86C}"/>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145124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241BCE7-CD90-42CD-9A0E-270C23C05F4F}"/>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DE"/>
          </a:p>
        </p:txBody>
      </p:sp>
      <p:sp>
        <p:nvSpPr>
          <p:cNvPr id="3" name="Vertikaler Textplatzhalter 2">
            <a:extLst>
              <a:ext uri="{FF2B5EF4-FFF2-40B4-BE49-F238E27FC236}">
                <a16:creationId xmlns:a16="http://schemas.microsoft.com/office/drawing/2014/main" id="{BC57A19F-54A1-4B59-AE55-28BE1A0EEAAE}"/>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4" name="Datumsplatzhalter 3">
            <a:extLst>
              <a:ext uri="{FF2B5EF4-FFF2-40B4-BE49-F238E27FC236}">
                <a16:creationId xmlns:a16="http://schemas.microsoft.com/office/drawing/2014/main" id="{575FEEF3-1C46-4009-9812-91A7F89D3B4B}"/>
              </a:ext>
            </a:extLst>
          </p:cNvPr>
          <p:cNvSpPr>
            <a:spLocks noGrp="1"/>
          </p:cNvSpPr>
          <p:nvPr>
            <p:ph type="dt" sz="half" idx="10"/>
          </p:nvPr>
        </p:nvSpPr>
        <p:spPr/>
        <p:txBody>
          <a:bodyPr/>
          <a:lstStyle/>
          <a:p>
            <a:fld id="{91B0394F-7110-47AF-8244-03D893496022}" type="datetimeFigureOut">
              <a:rPr lang="en-DE" smtClean="0"/>
              <a:t>18/10/2023</a:t>
            </a:fld>
            <a:endParaRPr lang="en-DE"/>
          </a:p>
        </p:txBody>
      </p:sp>
      <p:sp>
        <p:nvSpPr>
          <p:cNvPr id="5" name="Fußzeilenplatzhalter 4">
            <a:extLst>
              <a:ext uri="{FF2B5EF4-FFF2-40B4-BE49-F238E27FC236}">
                <a16:creationId xmlns:a16="http://schemas.microsoft.com/office/drawing/2014/main" id="{4D39F57F-570C-4804-9703-54CA6DF2A094}"/>
              </a:ext>
            </a:extLst>
          </p:cNvPr>
          <p:cNvSpPr>
            <a:spLocks noGrp="1"/>
          </p:cNvSpPr>
          <p:nvPr>
            <p:ph type="ftr" sz="quarter" idx="11"/>
          </p:nvPr>
        </p:nvSpPr>
        <p:spPr/>
        <p:txBody>
          <a:bodyPr/>
          <a:lstStyle/>
          <a:p>
            <a:endParaRPr lang="en-DE"/>
          </a:p>
        </p:txBody>
      </p:sp>
      <p:sp>
        <p:nvSpPr>
          <p:cNvPr id="6" name="Foliennummernplatzhalter 5">
            <a:extLst>
              <a:ext uri="{FF2B5EF4-FFF2-40B4-BE49-F238E27FC236}">
                <a16:creationId xmlns:a16="http://schemas.microsoft.com/office/drawing/2014/main" id="{91ED18B9-32A9-4360-A2C5-33C025EFE6D5}"/>
              </a:ext>
            </a:extLst>
          </p:cNvPr>
          <p:cNvSpPr>
            <a:spLocks noGrp="1"/>
          </p:cNvSpPr>
          <p:nvPr>
            <p:ph type="sldNum" sz="quarter" idx="12"/>
          </p:nvPr>
        </p:nvSpPr>
        <p:spPr/>
        <p:txBody>
          <a:bodyPr/>
          <a:lstStyle/>
          <a:p>
            <a:fld id="{E021711B-28B0-435E-B412-7CE99F87E4C3}" type="slidenum">
              <a:rPr lang="en-DE" smtClean="0"/>
              <a:t>‹#›</a:t>
            </a:fld>
            <a:endParaRPr lang="en-DE"/>
          </a:p>
        </p:txBody>
      </p:sp>
    </p:spTree>
    <p:extLst>
      <p:ext uri="{BB962C8B-B14F-4D97-AF65-F5344CB8AC3E}">
        <p14:creationId xmlns:p14="http://schemas.microsoft.com/office/powerpoint/2010/main" val="235889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FF7F2D-79A1-4B8C-A7B6-FA19DE4AB9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DE"/>
          </a:p>
        </p:txBody>
      </p:sp>
      <p:sp>
        <p:nvSpPr>
          <p:cNvPr id="3" name="Textplatzhalter 2">
            <a:extLst>
              <a:ext uri="{FF2B5EF4-FFF2-40B4-BE49-F238E27FC236}">
                <a16:creationId xmlns:a16="http://schemas.microsoft.com/office/drawing/2014/main" id="{117362FA-8BC7-49C9-8E80-44D234BA7A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DE"/>
          </a:p>
        </p:txBody>
      </p:sp>
      <p:sp>
        <p:nvSpPr>
          <p:cNvPr id="4" name="Datumsplatzhalter 3">
            <a:extLst>
              <a:ext uri="{FF2B5EF4-FFF2-40B4-BE49-F238E27FC236}">
                <a16:creationId xmlns:a16="http://schemas.microsoft.com/office/drawing/2014/main" id="{BF01FEA3-1E44-4A50-8210-8B6E4F4FC2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0394F-7110-47AF-8244-03D893496022}" type="datetimeFigureOut">
              <a:rPr lang="en-DE" smtClean="0"/>
              <a:t>18/10/2023</a:t>
            </a:fld>
            <a:endParaRPr lang="en-DE"/>
          </a:p>
        </p:txBody>
      </p:sp>
      <p:sp>
        <p:nvSpPr>
          <p:cNvPr id="5" name="Fußzeilenplatzhalter 4">
            <a:extLst>
              <a:ext uri="{FF2B5EF4-FFF2-40B4-BE49-F238E27FC236}">
                <a16:creationId xmlns:a16="http://schemas.microsoft.com/office/drawing/2014/main" id="{85847045-0964-478C-80E0-B10C06E787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Foliennummernplatzhalter 5">
            <a:extLst>
              <a:ext uri="{FF2B5EF4-FFF2-40B4-BE49-F238E27FC236}">
                <a16:creationId xmlns:a16="http://schemas.microsoft.com/office/drawing/2014/main" id="{6C4AE135-A819-4CA3-93D5-628AC83E42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1711B-28B0-435E-B412-7CE99F87E4C3}" type="slidenum">
              <a:rPr lang="en-DE" smtClean="0"/>
              <a:t>‹#›</a:t>
            </a:fld>
            <a:endParaRPr lang="en-DE"/>
          </a:p>
        </p:txBody>
      </p:sp>
    </p:spTree>
    <p:extLst>
      <p:ext uri="{BB962C8B-B14F-4D97-AF65-F5344CB8AC3E}">
        <p14:creationId xmlns:p14="http://schemas.microsoft.com/office/powerpoint/2010/main" val="3881054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29">
            <a:extLst>
              <a:ext uri="{FF2B5EF4-FFF2-40B4-BE49-F238E27FC236}">
                <a16:creationId xmlns:a16="http://schemas.microsoft.com/office/drawing/2014/main" id="{0BC9EFE1-D8CB-4668-9980-DB108327A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1">
            <a:extLst>
              <a:ext uri="{FF2B5EF4-FFF2-40B4-BE49-F238E27FC236}">
                <a16:creationId xmlns:a16="http://schemas.microsoft.com/office/drawing/2014/main" id="{7CBAE1BD-B8E4-4029-8AA2-C77E4FED9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itel 1">
            <a:extLst>
              <a:ext uri="{FF2B5EF4-FFF2-40B4-BE49-F238E27FC236}">
                <a16:creationId xmlns:a16="http://schemas.microsoft.com/office/drawing/2014/main" id="{D4ED533F-D302-45A4-A274-986C4BB3A0B0}"/>
              </a:ext>
            </a:extLst>
          </p:cNvPr>
          <p:cNvSpPr txBox="1">
            <a:spLocks/>
          </p:cNvSpPr>
          <p:nvPr/>
        </p:nvSpPr>
        <p:spPr>
          <a:xfrm>
            <a:off x="6432045" y="1562517"/>
            <a:ext cx="4805996" cy="140144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400" dirty="0" err="1">
                <a:solidFill>
                  <a:srgbClr val="000000"/>
                </a:solidFill>
              </a:rPr>
              <a:t>Kanashibari</a:t>
            </a:r>
            <a:br>
              <a:rPr lang="en-US" sz="4400" dirty="0">
                <a:solidFill>
                  <a:srgbClr val="000000"/>
                </a:solidFill>
              </a:rPr>
            </a:br>
            <a:r>
              <a:rPr lang="ko-KR" altLang="en-US" sz="4400" dirty="0">
                <a:solidFill>
                  <a:srgbClr val="000000"/>
                </a:solidFill>
              </a:rPr>
              <a:t>金縛</a:t>
            </a:r>
            <a:r>
              <a:rPr lang="ja-JP" altLang="en-US" sz="4400" dirty="0">
                <a:solidFill>
                  <a:srgbClr val="000000"/>
                </a:solidFill>
              </a:rPr>
              <a:t>り</a:t>
            </a:r>
            <a:endParaRPr lang="en-US" altLang="ja-JP" sz="4400" dirty="0">
              <a:solidFill>
                <a:srgbClr val="000000"/>
              </a:solidFill>
            </a:endParaRPr>
          </a:p>
          <a:p>
            <a:pPr>
              <a:spcAft>
                <a:spcPts val="600"/>
              </a:spcAft>
            </a:pPr>
            <a:endParaRPr lang="en-US" sz="4400" dirty="0">
              <a:solidFill>
                <a:srgbClr val="000000"/>
              </a:solidFill>
            </a:endParaRPr>
          </a:p>
          <a:p>
            <a:pPr>
              <a:spcAft>
                <a:spcPts val="600"/>
              </a:spcAft>
            </a:pPr>
            <a:endParaRPr lang="en-US" sz="4400" dirty="0">
              <a:solidFill>
                <a:srgbClr val="000000"/>
              </a:solidFill>
            </a:endParaRPr>
          </a:p>
        </p:txBody>
      </p:sp>
      <p:sp>
        <p:nvSpPr>
          <p:cNvPr id="3" name="Untertitel 2">
            <a:extLst>
              <a:ext uri="{FF2B5EF4-FFF2-40B4-BE49-F238E27FC236}">
                <a16:creationId xmlns:a16="http://schemas.microsoft.com/office/drawing/2014/main" id="{DC707881-3208-478B-B2E3-E8BE70AA4179}"/>
              </a:ext>
            </a:extLst>
          </p:cNvPr>
          <p:cNvSpPr>
            <a:spLocks noGrp="1"/>
          </p:cNvSpPr>
          <p:nvPr>
            <p:ph type="subTitle" idx="1"/>
          </p:nvPr>
        </p:nvSpPr>
        <p:spPr>
          <a:xfrm>
            <a:off x="7149838" y="2433559"/>
            <a:ext cx="6930746" cy="3513337"/>
          </a:xfrm>
        </p:spPr>
        <p:txBody>
          <a:bodyPr vert="horz" lIns="91440" tIns="45720" rIns="91440" bIns="45720" rtlCol="0" anchor="b">
            <a:normAutofit/>
          </a:bodyPr>
          <a:lstStyle/>
          <a:p>
            <a:pPr algn="l"/>
            <a:r>
              <a:rPr lang="en-US" sz="1800" dirty="0">
                <a:solidFill>
                  <a:srgbClr val="000000"/>
                </a:solidFill>
              </a:rPr>
              <a:t>Can you escape your sleep paralysis?</a:t>
            </a:r>
          </a:p>
          <a:p>
            <a:pPr algn="l"/>
            <a:r>
              <a:rPr lang="ja-JP" altLang="en-US" sz="1800" dirty="0">
                <a:solidFill>
                  <a:srgbClr val="000000"/>
                </a:solidFill>
              </a:rPr>
              <a:t>金縛りから脱出て？</a:t>
            </a:r>
            <a:endParaRPr lang="en-US" altLang="ja-JP" sz="1800" dirty="0">
              <a:solidFill>
                <a:srgbClr val="000000"/>
              </a:solidFill>
            </a:endParaRPr>
          </a:p>
          <a:p>
            <a:pPr algn="l"/>
            <a:r>
              <a:rPr lang="en-US" sz="1800" dirty="0" err="1">
                <a:solidFill>
                  <a:srgbClr val="000000"/>
                </a:solidFill>
              </a:rPr>
              <a:t>Kanashibari</a:t>
            </a:r>
            <a:r>
              <a:rPr lang="en-US" sz="1800" dirty="0">
                <a:solidFill>
                  <a:srgbClr val="000000"/>
                </a:solidFill>
              </a:rPr>
              <a:t> </a:t>
            </a:r>
            <a:r>
              <a:rPr lang="en-US" sz="1800" dirty="0" err="1">
                <a:solidFill>
                  <a:srgbClr val="000000"/>
                </a:solidFill>
              </a:rPr>
              <a:t>kara</a:t>
            </a:r>
            <a:r>
              <a:rPr lang="en-US" sz="1800" dirty="0">
                <a:solidFill>
                  <a:srgbClr val="000000"/>
                </a:solidFill>
              </a:rPr>
              <a:t> </a:t>
            </a:r>
            <a:r>
              <a:rPr lang="en-US" sz="1800" dirty="0" err="1">
                <a:solidFill>
                  <a:srgbClr val="000000"/>
                </a:solidFill>
              </a:rPr>
              <a:t>dasshutsute</a:t>
            </a:r>
            <a:r>
              <a:rPr lang="en-US" sz="1800" dirty="0">
                <a:solidFill>
                  <a:srgbClr val="000000"/>
                </a:solidFill>
              </a:rPr>
              <a:t>?</a:t>
            </a:r>
            <a:endParaRPr lang="en-US" altLang="ja-JP" sz="1800" dirty="0">
              <a:solidFill>
                <a:srgbClr val="000000"/>
              </a:solidFill>
            </a:endParaRPr>
          </a:p>
          <a:p>
            <a:pPr algn="l"/>
            <a:endParaRPr lang="en-US" altLang="ja-JP" sz="1800" dirty="0">
              <a:solidFill>
                <a:srgbClr val="000000"/>
              </a:solidFill>
            </a:endParaRPr>
          </a:p>
          <a:p>
            <a:pPr algn="l"/>
            <a:endParaRPr lang="en-US" altLang="ja-JP" sz="1800" dirty="0">
              <a:solidFill>
                <a:srgbClr val="000000"/>
              </a:solidFill>
            </a:endParaRPr>
          </a:p>
        </p:txBody>
      </p:sp>
      <p:sp>
        <p:nvSpPr>
          <p:cNvPr id="38" name="Freeform 49">
            <a:extLst>
              <a:ext uri="{FF2B5EF4-FFF2-40B4-BE49-F238E27FC236}">
                <a16:creationId xmlns:a16="http://schemas.microsoft.com/office/drawing/2014/main" id="{77DA6D33-2D62-458C-BF5D-DBF612FD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fik 3" descr="Ein Bild, das Blume, Zeichnung enthält.&#10;&#10;Automatisch generierte Beschreibung">
            <a:extLst>
              <a:ext uri="{FF2B5EF4-FFF2-40B4-BE49-F238E27FC236}">
                <a16:creationId xmlns:a16="http://schemas.microsoft.com/office/drawing/2014/main" id="{6CA2C52C-E3A6-453E-A63F-82D949FB5629}"/>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26639" r="29911" b="-1"/>
          <a:stretch/>
        </p:blipFill>
        <p:spPr>
          <a:xfrm>
            <a:off x="1" y="770037"/>
            <a:ext cx="5298683" cy="6097438"/>
          </a:xfrm>
          <a:custGeom>
            <a:avLst/>
            <a:gdLst/>
            <a:ahLst/>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effectLst>
            <a:softEdge rad="0"/>
          </a:effectLst>
        </p:spPr>
      </p:pic>
      <p:sp>
        <p:nvSpPr>
          <p:cNvPr id="5" name="Textfeld 4">
            <a:extLst>
              <a:ext uri="{FF2B5EF4-FFF2-40B4-BE49-F238E27FC236}">
                <a16:creationId xmlns:a16="http://schemas.microsoft.com/office/drawing/2014/main" id="{C198C739-4587-4062-B03E-904F0E256816}"/>
              </a:ext>
            </a:extLst>
          </p:cNvPr>
          <p:cNvSpPr txBox="1"/>
          <p:nvPr/>
        </p:nvSpPr>
        <p:spPr>
          <a:xfrm>
            <a:off x="10034575" y="6532179"/>
            <a:ext cx="2554014" cy="325821"/>
          </a:xfrm>
          <a:prstGeom prst="rect">
            <a:avLst/>
          </a:prstGeom>
        </p:spPr>
        <p:txBody>
          <a:bodyPr vert="horz" wrap="none" lIns="91440" tIns="45720" rIns="91440" bIns="45720" rtlCol="0" anchor="b">
            <a:normAutofit/>
          </a:bodyPr>
          <a:lstStyle/>
          <a:p>
            <a:pPr algn="l">
              <a:lnSpc>
                <a:spcPct val="90000"/>
              </a:lnSpc>
              <a:spcAft>
                <a:spcPts val="600"/>
              </a:spcAft>
            </a:pPr>
            <a:r>
              <a:rPr lang="en-US" sz="1700" dirty="0"/>
              <a:t>Imen Hellali 2020/2021</a:t>
            </a:r>
            <a:endParaRPr lang="en-DE" sz="1700" dirty="0"/>
          </a:p>
        </p:txBody>
      </p:sp>
    </p:spTree>
    <p:extLst>
      <p:ext uri="{BB962C8B-B14F-4D97-AF65-F5344CB8AC3E}">
        <p14:creationId xmlns:p14="http://schemas.microsoft.com/office/powerpoint/2010/main" val="3767850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3AE0C9B3-AF3B-469D-9CFA-63E2D8A6D737}"/>
              </a:ext>
            </a:extLst>
          </p:cNvPr>
          <p:cNvSpPr>
            <a:spLocks noGrp="1"/>
          </p:cNvSpPr>
          <p:nvPr>
            <p:ph type="title"/>
          </p:nvPr>
        </p:nvSpPr>
        <p:spPr>
          <a:xfrm>
            <a:off x="804998" y="798445"/>
            <a:ext cx="4803636" cy="1311664"/>
          </a:xfrm>
        </p:spPr>
        <p:txBody>
          <a:bodyPr>
            <a:normAutofit/>
          </a:bodyPr>
          <a:lstStyle/>
          <a:p>
            <a:r>
              <a:rPr lang="en-US">
                <a:solidFill>
                  <a:srgbClr val="000000"/>
                </a:solidFill>
              </a:rPr>
              <a:t>Game genre</a:t>
            </a:r>
            <a:endParaRPr lang="en-DE">
              <a:solidFill>
                <a:srgbClr val="000000"/>
              </a:solidFill>
            </a:endParaRPr>
          </a:p>
        </p:txBody>
      </p:sp>
      <p:sp>
        <p:nvSpPr>
          <p:cNvPr id="4" name="Inhaltsplatzhalter 2">
            <a:extLst>
              <a:ext uri="{FF2B5EF4-FFF2-40B4-BE49-F238E27FC236}">
                <a16:creationId xmlns:a16="http://schemas.microsoft.com/office/drawing/2014/main" id="{22CDDC1A-B356-4D5A-8029-6FD754703027}"/>
              </a:ext>
            </a:extLst>
          </p:cNvPr>
          <p:cNvSpPr>
            <a:spLocks noGrp="1"/>
          </p:cNvSpPr>
          <p:nvPr>
            <p:ph idx="1"/>
          </p:nvPr>
        </p:nvSpPr>
        <p:spPr>
          <a:xfrm>
            <a:off x="804997" y="2272143"/>
            <a:ext cx="4706803" cy="3788830"/>
          </a:xfrm>
        </p:spPr>
        <p:txBody>
          <a:bodyPr anchor="ctr">
            <a:normAutofit/>
          </a:bodyPr>
          <a:lstStyle/>
          <a:p>
            <a:r>
              <a:rPr lang="en-US" sz="2000" dirty="0">
                <a:solidFill>
                  <a:srgbClr val="000000"/>
                </a:solidFill>
              </a:rPr>
              <a:t>A VR? atmospheric escape-room game, that will teach you about Japanese heritage and mythology with an interactive and exciting experience.</a:t>
            </a:r>
          </a:p>
          <a:p>
            <a:pPr marL="0" indent="0">
              <a:buNone/>
            </a:pPr>
            <a:endParaRPr lang="en-DE" sz="2000" dirty="0">
              <a:solidFill>
                <a:srgbClr val="000000"/>
              </a:solidFill>
            </a:endParaRPr>
          </a:p>
        </p:txBody>
      </p:sp>
      <p:sp>
        <p:nvSpPr>
          <p:cNvPr id="14"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fik 4" descr="Ein Bild, das Blume, Zeichnung enthält.&#10;&#10;Automatisch generierte Beschreibung">
            <a:extLst>
              <a:ext uri="{FF2B5EF4-FFF2-40B4-BE49-F238E27FC236}">
                <a16:creationId xmlns:a16="http://schemas.microsoft.com/office/drawing/2014/main" id="{04A305C4-8F16-49F2-A79D-BC680E3F2635}"/>
              </a:ext>
            </a:extLst>
          </p:cNvPr>
          <p:cNvPicPr>
            <a:picLocks noChangeAspect="1"/>
          </p:cNvPicPr>
          <p:nvPr/>
        </p:nvPicPr>
        <p:blipFill rotWithShape="1">
          <a:blip r:embed="rId3">
            <a:extLst>
              <a:ext uri="{28A0092B-C50C-407E-A947-70E740481C1C}">
                <a14:useLocalDpi xmlns:a14="http://schemas.microsoft.com/office/drawing/2010/main" val="0"/>
              </a:ext>
            </a:extLst>
          </a:blip>
          <a:srcRect l="26639" r="29911"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3" name="Rechteck 2">
            <a:extLst>
              <a:ext uri="{FF2B5EF4-FFF2-40B4-BE49-F238E27FC236}">
                <a16:creationId xmlns:a16="http://schemas.microsoft.com/office/drawing/2014/main" id="{C0F39896-DCE6-45C8-9FB8-A80DFC166719}"/>
              </a:ext>
            </a:extLst>
          </p:cNvPr>
          <p:cNvSpPr/>
          <p:nvPr/>
        </p:nvSpPr>
        <p:spPr>
          <a:xfrm>
            <a:off x="0" y="6492875"/>
            <a:ext cx="2377574" cy="369332"/>
          </a:xfrm>
          <a:prstGeom prst="rect">
            <a:avLst/>
          </a:prstGeom>
        </p:spPr>
        <p:txBody>
          <a:bodyPr wrap="none">
            <a:spAutoFit/>
          </a:bodyPr>
          <a:lstStyle/>
          <a:p>
            <a:pPr>
              <a:spcAft>
                <a:spcPts val="600"/>
              </a:spcAft>
            </a:pPr>
            <a:r>
              <a:rPr lang="en-US" dirty="0"/>
              <a:t>Imen Hellali 2023/2024</a:t>
            </a:r>
            <a:endParaRPr lang="en-DE" dirty="0"/>
          </a:p>
        </p:txBody>
      </p:sp>
    </p:spTree>
    <p:extLst>
      <p:ext uri="{BB962C8B-B14F-4D97-AF65-F5344CB8AC3E}">
        <p14:creationId xmlns:p14="http://schemas.microsoft.com/office/powerpoint/2010/main" val="2139857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0BD019B8-BB84-4135-B710-E8E673C77B50}"/>
              </a:ext>
            </a:extLst>
          </p:cNvPr>
          <p:cNvSpPr>
            <a:spLocks noGrp="1"/>
          </p:cNvSpPr>
          <p:nvPr>
            <p:ph type="title"/>
          </p:nvPr>
        </p:nvSpPr>
        <p:spPr>
          <a:xfrm>
            <a:off x="804998" y="798445"/>
            <a:ext cx="4803636" cy="1311664"/>
          </a:xfrm>
        </p:spPr>
        <p:txBody>
          <a:bodyPr>
            <a:normAutofit/>
          </a:bodyPr>
          <a:lstStyle/>
          <a:p>
            <a:r>
              <a:rPr lang="en-US">
                <a:solidFill>
                  <a:srgbClr val="000000"/>
                </a:solidFill>
              </a:rPr>
              <a:t>Game Goal</a:t>
            </a:r>
            <a:endParaRPr lang="en-DE">
              <a:solidFill>
                <a:srgbClr val="000000"/>
              </a:solidFill>
            </a:endParaRPr>
          </a:p>
        </p:txBody>
      </p:sp>
      <p:sp>
        <p:nvSpPr>
          <p:cNvPr id="3" name="Inhaltsplatzhalter 2">
            <a:extLst>
              <a:ext uri="{FF2B5EF4-FFF2-40B4-BE49-F238E27FC236}">
                <a16:creationId xmlns:a16="http://schemas.microsoft.com/office/drawing/2014/main" id="{22D713CE-8242-4661-B1D8-73AE6E539A89}"/>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Solve all the puzzles of each level to enhance cognitive ability.</a:t>
            </a:r>
          </a:p>
          <a:p>
            <a:r>
              <a:rPr lang="en-US" sz="2000">
                <a:solidFill>
                  <a:srgbClr val="000000"/>
                </a:solidFill>
              </a:rPr>
              <a:t>Collect items from riddles to escape the sleep paralysis, while developing the player’s attention, perception and logical reasoning.</a:t>
            </a:r>
          </a:p>
          <a:p>
            <a:r>
              <a:rPr lang="en-US" sz="2000">
                <a:solidFill>
                  <a:srgbClr val="000000"/>
                </a:solidFill>
              </a:rPr>
              <a:t>Learn about Japanese folk tales, mythology and art by listening to the narrated stories.</a:t>
            </a:r>
          </a:p>
          <a:p>
            <a:r>
              <a:rPr lang="en-US" sz="2000">
                <a:solidFill>
                  <a:srgbClr val="000000"/>
                </a:solidFill>
              </a:rPr>
              <a:t>(Escape </a:t>
            </a:r>
            <a:r>
              <a:rPr lang="en-US" sz="2000">
                <a:solidFill>
                  <a:srgbClr val="000000"/>
                </a:solidFill>
                <a:sym typeface="Wingdings" panose="05000000000000000000" pitchFamily="2" charset="2"/>
              </a:rPr>
              <a:t> </a:t>
            </a:r>
            <a:r>
              <a:rPr lang="en-US" sz="2000">
                <a:solidFill>
                  <a:srgbClr val="000000"/>
                </a:solidFill>
              </a:rPr>
              <a:t>Resurrect and revive the god)</a:t>
            </a:r>
          </a:p>
        </p:txBody>
      </p:sp>
      <p:sp>
        <p:nvSpPr>
          <p:cNvPr id="14"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fik 4" descr="Ein Bild, das Blume, Zeichnung enthält.&#10;&#10;Automatisch generierte Beschreibung">
            <a:extLst>
              <a:ext uri="{FF2B5EF4-FFF2-40B4-BE49-F238E27FC236}">
                <a16:creationId xmlns:a16="http://schemas.microsoft.com/office/drawing/2014/main" id="{54DC7FCD-64C9-4739-BC7E-63FB59E87452}"/>
              </a:ext>
            </a:extLst>
          </p:cNvPr>
          <p:cNvPicPr>
            <a:picLocks noChangeAspect="1"/>
          </p:cNvPicPr>
          <p:nvPr/>
        </p:nvPicPr>
        <p:blipFill rotWithShape="1">
          <a:blip r:embed="rId3">
            <a:extLst>
              <a:ext uri="{28A0092B-C50C-407E-A947-70E740481C1C}">
                <a14:useLocalDpi xmlns:a14="http://schemas.microsoft.com/office/drawing/2010/main" val="0"/>
              </a:ext>
            </a:extLst>
          </a:blip>
          <a:srcRect l="26639" r="29911"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9" name="Rechteck 8">
            <a:extLst>
              <a:ext uri="{FF2B5EF4-FFF2-40B4-BE49-F238E27FC236}">
                <a16:creationId xmlns:a16="http://schemas.microsoft.com/office/drawing/2014/main" id="{01A639EE-3603-4301-ABE1-EA14F59D7B25}"/>
              </a:ext>
            </a:extLst>
          </p:cNvPr>
          <p:cNvSpPr/>
          <p:nvPr/>
        </p:nvSpPr>
        <p:spPr>
          <a:xfrm>
            <a:off x="0" y="6492875"/>
            <a:ext cx="2377574" cy="369332"/>
          </a:xfrm>
          <a:prstGeom prst="rect">
            <a:avLst/>
          </a:prstGeom>
        </p:spPr>
        <p:txBody>
          <a:bodyPr wrap="none">
            <a:spAutoFit/>
          </a:bodyPr>
          <a:lstStyle/>
          <a:p>
            <a:pPr>
              <a:spcAft>
                <a:spcPts val="600"/>
              </a:spcAft>
            </a:pPr>
            <a:r>
              <a:rPr lang="en-US" dirty="0"/>
              <a:t>Imen Hellali 2020/2021</a:t>
            </a:r>
            <a:endParaRPr lang="en-DE" dirty="0"/>
          </a:p>
        </p:txBody>
      </p:sp>
    </p:spTree>
    <p:extLst>
      <p:ext uri="{BB962C8B-B14F-4D97-AF65-F5344CB8AC3E}">
        <p14:creationId xmlns:p14="http://schemas.microsoft.com/office/powerpoint/2010/main" val="1715286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61121DA6-DA70-4980-81C0-B4A82D8D25D0}"/>
              </a:ext>
            </a:extLst>
          </p:cNvPr>
          <p:cNvSpPr>
            <a:spLocks noGrp="1"/>
          </p:cNvSpPr>
          <p:nvPr>
            <p:ph type="title"/>
          </p:nvPr>
        </p:nvSpPr>
        <p:spPr>
          <a:xfrm>
            <a:off x="804998" y="798445"/>
            <a:ext cx="4803636" cy="1311664"/>
          </a:xfrm>
        </p:spPr>
        <p:txBody>
          <a:bodyPr>
            <a:normAutofit/>
          </a:bodyPr>
          <a:lstStyle/>
          <a:p>
            <a:r>
              <a:rPr lang="en-US">
                <a:solidFill>
                  <a:srgbClr val="000000"/>
                </a:solidFill>
              </a:rPr>
              <a:t>Game Idea</a:t>
            </a:r>
            <a:endParaRPr lang="en-DE">
              <a:solidFill>
                <a:srgbClr val="000000"/>
              </a:solidFill>
            </a:endParaRPr>
          </a:p>
        </p:txBody>
      </p:sp>
      <p:sp>
        <p:nvSpPr>
          <p:cNvPr id="3" name="Inhaltsplatzhalter 2">
            <a:extLst>
              <a:ext uri="{FF2B5EF4-FFF2-40B4-BE49-F238E27FC236}">
                <a16:creationId xmlns:a16="http://schemas.microsoft.com/office/drawing/2014/main" id="{403EC514-3143-41B7-BDA9-EE9B55E1F9B4}"/>
              </a:ext>
            </a:extLst>
          </p:cNvPr>
          <p:cNvSpPr>
            <a:spLocks noGrp="1"/>
          </p:cNvSpPr>
          <p:nvPr>
            <p:ph idx="1"/>
          </p:nvPr>
        </p:nvSpPr>
        <p:spPr>
          <a:xfrm>
            <a:off x="804997" y="2272143"/>
            <a:ext cx="4706803" cy="3788830"/>
          </a:xfrm>
        </p:spPr>
        <p:txBody>
          <a:bodyPr anchor="ctr">
            <a:normAutofit/>
          </a:bodyPr>
          <a:lstStyle/>
          <a:p>
            <a:r>
              <a:rPr lang="en-US" sz="2000" dirty="0">
                <a:solidFill>
                  <a:srgbClr val="000000"/>
                </a:solidFill>
              </a:rPr>
              <a:t>One night when you are in deep dreams, you fall into sleep paralysis.</a:t>
            </a:r>
          </a:p>
          <a:p>
            <a:r>
              <a:rPr lang="en-US" sz="2000" dirty="0">
                <a:solidFill>
                  <a:srgbClr val="000000"/>
                </a:solidFill>
              </a:rPr>
              <a:t>You will be taken to the world of spirits, and there you will have to solve puzzles and consequently collect items that will serve the development of the story.</a:t>
            </a:r>
          </a:p>
          <a:p>
            <a:r>
              <a:rPr lang="en-US" sz="2000" dirty="0">
                <a:solidFill>
                  <a:srgbClr val="000000"/>
                </a:solidFill>
              </a:rPr>
              <a:t>You will discover the truth about the spirit world you have been taken into while advancing into the different levels.</a:t>
            </a:r>
          </a:p>
          <a:p>
            <a:endParaRPr lang="en-DE" sz="2000" dirty="0">
              <a:solidFill>
                <a:srgbClr val="000000"/>
              </a:solidFill>
            </a:endParaRPr>
          </a:p>
        </p:txBody>
      </p:sp>
      <p:sp>
        <p:nvSpPr>
          <p:cNvPr id="7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sleep paralysis demon on Tumblr">
            <a:extLst>
              <a:ext uri="{FF2B5EF4-FFF2-40B4-BE49-F238E27FC236}">
                <a16:creationId xmlns:a16="http://schemas.microsoft.com/office/drawing/2014/main" id="{4C966E3D-9610-4F55-909D-319281D601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38722"/>
          <a:stretch/>
        </p:blipFill>
        <p:spPr bwMode="auto">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749D8BDA-B5F1-48B6-9269-09DD3FB0A6CB}"/>
              </a:ext>
            </a:extLst>
          </p:cNvPr>
          <p:cNvSpPr/>
          <p:nvPr/>
        </p:nvSpPr>
        <p:spPr>
          <a:xfrm>
            <a:off x="0" y="6492875"/>
            <a:ext cx="7694094" cy="369332"/>
          </a:xfrm>
          <a:prstGeom prst="rect">
            <a:avLst/>
          </a:prstGeom>
        </p:spPr>
        <p:txBody>
          <a:bodyPr wrap="none">
            <a:spAutoFit/>
          </a:bodyPr>
          <a:lstStyle/>
          <a:p>
            <a:pPr>
              <a:spcAft>
                <a:spcPts val="600"/>
              </a:spcAft>
            </a:pPr>
            <a:r>
              <a:rPr lang="en-US" dirty="0"/>
              <a:t>Imen Hellali 2020/2021, Sleep Paralysis Demon by </a:t>
            </a:r>
            <a:r>
              <a:rPr lang="en-US" dirty="0" err="1"/>
              <a:t>dimorphodon</a:t>
            </a:r>
            <a:r>
              <a:rPr lang="en-US" dirty="0"/>
              <a:t>-x from </a:t>
            </a:r>
            <a:r>
              <a:rPr lang="en-US" dirty="0" err="1"/>
              <a:t>tumblr</a:t>
            </a:r>
            <a:endParaRPr lang="en-DE" dirty="0"/>
          </a:p>
        </p:txBody>
      </p:sp>
    </p:spTree>
    <p:extLst>
      <p:ext uri="{BB962C8B-B14F-4D97-AF65-F5344CB8AC3E}">
        <p14:creationId xmlns:p14="http://schemas.microsoft.com/office/powerpoint/2010/main" val="1629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61121DA6-DA70-4980-81C0-B4A82D8D25D0}"/>
              </a:ext>
            </a:extLst>
          </p:cNvPr>
          <p:cNvSpPr>
            <a:spLocks noGrp="1"/>
          </p:cNvSpPr>
          <p:nvPr>
            <p:ph type="title"/>
          </p:nvPr>
        </p:nvSpPr>
        <p:spPr>
          <a:xfrm>
            <a:off x="804998" y="798445"/>
            <a:ext cx="4803636" cy="1311664"/>
          </a:xfrm>
        </p:spPr>
        <p:txBody>
          <a:bodyPr>
            <a:normAutofit/>
          </a:bodyPr>
          <a:lstStyle/>
          <a:p>
            <a:r>
              <a:rPr lang="en-US">
                <a:solidFill>
                  <a:srgbClr val="000000"/>
                </a:solidFill>
              </a:rPr>
              <a:t>Game Idea</a:t>
            </a:r>
            <a:endParaRPr lang="en-DE">
              <a:solidFill>
                <a:srgbClr val="000000"/>
              </a:solidFill>
            </a:endParaRPr>
          </a:p>
        </p:txBody>
      </p:sp>
      <p:sp>
        <p:nvSpPr>
          <p:cNvPr id="3" name="Inhaltsplatzhalter 2">
            <a:extLst>
              <a:ext uri="{FF2B5EF4-FFF2-40B4-BE49-F238E27FC236}">
                <a16:creationId xmlns:a16="http://schemas.microsoft.com/office/drawing/2014/main" id="{403EC514-3143-41B7-BDA9-EE9B55E1F9B4}"/>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Hints can be in many forms, but most of them will be a narrative exciting story, where you must pay attention to understand the clues presented within the lines of the speech. </a:t>
            </a:r>
          </a:p>
          <a:p>
            <a:r>
              <a:rPr lang="en-US" sz="2000">
                <a:solidFill>
                  <a:srgbClr val="000000"/>
                </a:solidFill>
              </a:rPr>
              <a:t>Each level will introduce a different aspect of the Japanese folklore mythology, believes and traditions especially concerning art in terms of Musical instruments and old portraits.</a:t>
            </a:r>
          </a:p>
          <a:p>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a:extLst>
              <a:ext uri="{FF2B5EF4-FFF2-40B4-BE49-F238E27FC236}">
                <a16:creationId xmlns:a16="http://schemas.microsoft.com/office/drawing/2014/main" id="{63F93307-45A9-4C5D-887B-77970DF0BE6D}"/>
              </a:ext>
            </a:extLst>
          </p:cNvPr>
          <p:cNvPicPr>
            <a:picLocks noChangeAspect="1"/>
          </p:cNvPicPr>
          <p:nvPr/>
        </p:nvPicPr>
        <p:blipFill rotWithShape="1">
          <a:blip r:embed="rId3">
            <a:extLst>
              <a:ext uri="{28A0092B-C50C-407E-A947-70E740481C1C}">
                <a14:useLocalDpi xmlns:a14="http://schemas.microsoft.com/office/drawing/2010/main" val="0"/>
              </a:ext>
            </a:extLst>
          </a:blip>
          <a:srcRect l="6984" r="6118" b="3"/>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67FDE9D8-1F83-4E0F-B25E-345A755905EC}"/>
              </a:ext>
            </a:extLst>
          </p:cNvPr>
          <p:cNvSpPr/>
          <p:nvPr/>
        </p:nvSpPr>
        <p:spPr>
          <a:xfrm>
            <a:off x="0" y="6492875"/>
            <a:ext cx="10439781" cy="723275"/>
          </a:xfrm>
          <a:prstGeom prst="rect">
            <a:avLst/>
          </a:prstGeom>
        </p:spPr>
        <p:txBody>
          <a:bodyPr wrap="none">
            <a:spAutoFit/>
          </a:bodyPr>
          <a:lstStyle/>
          <a:p>
            <a:pPr>
              <a:spcAft>
                <a:spcPts val="600"/>
              </a:spcAft>
            </a:pPr>
            <a:r>
              <a:rPr lang="en-US" dirty="0"/>
              <a:t>Imen Hellali 2020/2021, Sleep Paralysis Demon Riding a Nightmare, by Marcus </a:t>
            </a:r>
            <a:r>
              <a:rPr lang="en-US" dirty="0" err="1"/>
              <a:t>Tegtmeier</a:t>
            </a:r>
            <a:r>
              <a:rPr lang="en-US" dirty="0"/>
              <a:t> from artstation.com</a:t>
            </a:r>
            <a:endParaRPr lang="en-US"/>
          </a:p>
          <a:p>
            <a:pPr>
              <a:spcAft>
                <a:spcPts val="600"/>
              </a:spcAft>
            </a:pPr>
            <a:endParaRPr lang="en-DE" err="1"/>
          </a:p>
        </p:txBody>
      </p:sp>
    </p:spTree>
    <p:extLst>
      <p:ext uri="{BB962C8B-B14F-4D97-AF65-F5344CB8AC3E}">
        <p14:creationId xmlns:p14="http://schemas.microsoft.com/office/powerpoint/2010/main" val="149795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4">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3085D238-38F3-433F-8591-89D2E130EBB8}"/>
              </a:ext>
            </a:extLst>
          </p:cNvPr>
          <p:cNvSpPr>
            <a:spLocks noGrp="1"/>
          </p:cNvSpPr>
          <p:nvPr>
            <p:ph type="title"/>
          </p:nvPr>
        </p:nvSpPr>
        <p:spPr>
          <a:xfrm>
            <a:off x="804998" y="798445"/>
            <a:ext cx="4803636" cy="1311664"/>
          </a:xfrm>
        </p:spPr>
        <p:txBody>
          <a:bodyPr>
            <a:normAutofit/>
          </a:bodyPr>
          <a:lstStyle/>
          <a:p>
            <a:r>
              <a:rPr lang="en-US">
                <a:solidFill>
                  <a:srgbClr val="000000"/>
                </a:solidFill>
              </a:rPr>
              <a:t>Game World</a:t>
            </a:r>
            <a:endParaRPr lang="en-DE">
              <a:solidFill>
                <a:srgbClr val="000000"/>
              </a:solidFill>
            </a:endParaRPr>
          </a:p>
        </p:txBody>
      </p:sp>
      <p:sp>
        <p:nvSpPr>
          <p:cNvPr id="3" name="Inhaltsplatzhalter 2">
            <a:extLst>
              <a:ext uri="{FF2B5EF4-FFF2-40B4-BE49-F238E27FC236}">
                <a16:creationId xmlns:a16="http://schemas.microsoft.com/office/drawing/2014/main" id="{71619540-97F9-4645-A2D4-E73E69E93DAA}"/>
              </a:ext>
            </a:extLst>
          </p:cNvPr>
          <p:cNvSpPr>
            <a:spLocks noGrp="1"/>
          </p:cNvSpPr>
          <p:nvPr>
            <p:ph idx="1"/>
          </p:nvPr>
        </p:nvSpPr>
        <p:spPr>
          <a:xfrm>
            <a:off x="804997" y="2272143"/>
            <a:ext cx="4706803" cy="3788830"/>
          </a:xfrm>
        </p:spPr>
        <p:txBody>
          <a:bodyPr anchor="ctr">
            <a:normAutofit/>
          </a:bodyPr>
          <a:lstStyle/>
          <a:p>
            <a:r>
              <a:rPr lang="en-US" sz="2000" dirty="0">
                <a:solidFill>
                  <a:srgbClr val="000000"/>
                </a:solidFill>
              </a:rPr>
              <a:t>The game world is situated in a parallel world (dream world).</a:t>
            </a:r>
          </a:p>
          <a:p>
            <a:r>
              <a:rPr lang="en-US" sz="2000" dirty="0">
                <a:solidFill>
                  <a:srgbClr val="000000"/>
                </a:solidFill>
              </a:rPr>
              <a:t>The world is inhabited by spirits, taking the form of humans and mythological creatures.</a:t>
            </a:r>
          </a:p>
          <a:p>
            <a:r>
              <a:rPr lang="en-US" sz="2000" dirty="0">
                <a:solidFill>
                  <a:srgbClr val="000000"/>
                </a:solidFill>
              </a:rPr>
              <a:t>The world is built as one of traditional old Japanese alleys, houses and nearby shrine.</a:t>
            </a:r>
          </a:p>
          <a:p>
            <a:r>
              <a:rPr lang="en-US" sz="2000" dirty="0">
                <a:solidFill>
                  <a:srgbClr val="000000"/>
                </a:solidFill>
              </a:rPr>
              <a:t>The world depicts the little characteristics you find in a Japanese heritage books.</a:t>
            </a:r>
          </a:p>
          <a:p>
            <a:endParaRPr lang="en-DE" sz="2000" dirty="0">
              <a:solidFill>
                <a:srgbClr val="000000"/>
              </a:solidFill>
            </a:endParaRPr>
          </a:p>
        </p:txBody>
      </p:sp>
      <p:sp>
        <p:nvSpPr>
          <p:cNvPr id="19"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fik 9" descr="Ein Bild, das Gebäude, sitzend, groß, Tisch enthält.&#10;&#10;Automatisch generierte Beschreibung">
            <a:extLst>
              <a:ext uri="{FF2B5EF4-FFF2-40B4-BE49-F238E27FC236}">
                <a16:creationId xmlns:a16="http://schemas.microsoft.com/office/drawing/2014/main" id="{BF82DA2C-4DA2-4E78-881E-668EFA24C326}"/>
              </a:ext>
            </a:extLst>
          </p:cNvPr>
          <p:cNvPicPr>
            <a:picLocks noChangeAspect="1"/>
          </p:cNvPicPr>
          <p:nvPr/>
        </p:nvPicPr>
        <p:blipFill rotWithShape="1">
          <a:blip r:embed="rId3">
            <a:extLst>
              <a:ext uri="{28A0092B-C50C-407E-A947-70E740481C1C}">
                <a14:useLocalDpi xmlns:a14="http://schemas.microsoft.com/office/drawing/2010/main" val="0"/>
              </a:ext>
            </a:extLst>
          </a:blip>
          <a:srcRect l="11769" r="17283" b="6"/>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8" name="Rechteck 17">
            <a:extLst>
              <a:ext uri="{FF2B5EF4-FFF2-40B4-BE49-F238E27FC236}">
                <a16:creationId xmlns:a16="http://schemas.microsoft.com/office/drawing/2014/main" id="{18272C9A-FB16-480C-9911-7E96493FA631}"/>
              </a:ext>
            </a:extLst>
          </p:cNvPr>
          <p:cNvSpPr/>
          <p:nvPr/>
        </p:nvSpPr>
        <p:spPr>
          <a:xfrm>
            <a:off x="0" y="6492875"/>
            <a:ext cx="5750549" cy="369332"/>
          </a:xfrm>
          <a:prstGeom prst="rect">
            <a:avLst/>
          </a:prstGeom>
        </p:spPr>
        <p:txBody>
          <a:bodyPr wrap="none">
            <a:spAutoFit/>
          </a:bodyPr>
          <a:lstStyle/>
          <a:p>
            <a:r>
              <a:rPr lang="en-US" dirty="0"/>
              <a:t>Imen Hellali 2020/2021, Matsumoto Castle from dlpng.com</a:t>
            </a:r>
            <a:endParaRPr lang="en-DE" dirty="0" err="1"/>
          </a:p>
        </p:txBody>
      </p:sp>
    </p:spTree>
    <p:extLst>
      <p:ext uri="{BB962C8B-B14F-4D97-AF65-F5344CB8AC3E}">
        <p14:creationId xmlns:p14="http://schemas.microsoft.com/office/powerpoint/2010/main" val="419571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ED29BAF3-6833-478E-A292-4615DE87F8F8}"/>
              </a:ext>
            </a:extLst>
          </p:cNvPr>
          <p:cNvSpPr>
            <a:spLocks noGrp="1"/>
          </p:cNvSpPr>
          <p:nvPr>
            <p:ph type="title"/>
          </p:nvPr>
        </p:nvSpPr>
        <p:spPr>
          <a:xfrm>
            <a:off x="804998" y="798445"/>
            <a:ext cx="4803636" cy="1311664"/>
          </a:xfrm>
        </p:spPr>
        <p:txBody>
          <a:bodyPr>
            <a:normAutofit/>
          </a:bodyPr>
          <a:lstStyle/>
          <a:p>
            <a:r>
              <a:rPr lang="en-US">
                <a:solidFill>
                  <a:srgbClr val="000000"/>
                </a:solidFill>
              </a:rPr>
              <a:t>Game Mechanics</a:t>
            </a:r>
            <a:endParaRPr lang="en-DE">
              <a:solidFill>
                <a:srgbClr val="000000"/>
              </a:solidFill>
            </a:endParaRPr>
          </a:p>
        </p:txBody>
      </p:sp>
      <p:sp>
        <p:nvSpPr>
          <p:cNvPr id="3" name="Inhaltsplatzhalter 2">
            <a:extLst>
              <a:ext uri="{FF2B5EF4-FFF2-40B4-BE49-F238E27FC236}">
                <a16:creationId xmlns:a16="http://schemas.microsoft.com/office/drawing/2014/main" id="{1D7F856B-2F87-4723-BA8B-2CC90C85F46A}"/>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First you will enter through an intro level.</a:t>
            </a:r>
          </a:p>
          <a:p>
            <a:r>
              <a:rPr lang="en-US" sz="2000">
                <a:solidFill>
                  <a:srgbClr val="000000"/>
                </a:solidFill>
              </a:rPr>
              <a:t>Then with each solved level, you unlock new rooms and spaces, you can explore more of the world and the surroundings.</a:t>
            </a:r>
          </a:p>
          <a:p>
            <a:r>
              <a:rPr lang="en-US" sz="2000">
                <a:solidFill>
                  <a:srgbClr val="000000"/>
                </a:solidFill>
              </a:rPr>
              <a:t>You should be able to understand and know your next steps accordingly.</a:t>
            </a:r>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a:extLst>
              <a:ext uri="{FF2B5EF4-FFF2-40B4-BE49-F238E27FC236}">
                <a16:creationId xmlns:a16="http://schemas.microsoft.com/office/drawing/2014/main" id="{BF4DA4D6-2D0E-44CA-BC0F-A205F18B918B}"/>
              </a:ext>
            </a:extLst>
          </p:cNvPr>
          <p:cNvPicPr>
            <a:picLocks noChangeAspect="1"/>
          </p:cNvPicPr>
          <p:nvPr/>
        </p:nvPicPr>
        <p:blipFill rotWithShape="1">
          <a:blip r:embed="rId3">
            <a:extLst>
              <a:ext uri="{28A0092B-C50C-407E-A947-70E740481C1C}">
                <a14:useLocalDpi xmlns:a14="http://schemas.microsoft.com/office/drawing/2010/main" val="0"/>
              </a:ext>
            </a:extLst>
          </a:blip>
          <a:srcRect r="37867"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0" name="Rechteck 9">
            <a:extLst>
              <a:ext uri="{FF2B5EF4-FFF2-40B4-BE49-F238E27FC236}">
                <a16:creationId xmlns:a16="http://schemas.microsoft.com/office/drawing/2014/main" id="{A3AB3530-F623-421A-B650-4219366F2D4B}"/>
              </a:ext>
            </a:extLst>
          </p:cNvPr>
          <p:cNvSpPr/>
          <p:nvPr/>
        </p:nvSpPr>
        <p:spPr>
          <a:xfrm>
            <a:off x="0" y="6492875"/>
            <a:ext cx="7512762" cy="369332"/>
          </a:xfrm>
          <a:prstGeom prst="rect">
            <a:avLst/>
          </a:prstGeom>
        </p:spPr>
        <p:txBody>
          <a:bodyPr wrap="none">
            <a:spAutoFit/>
          </a:bodyPr>
          <a:lstStyle/>
          <a:p>
            <a:r>
              <a:rPr lang="en-US" dirty="0"/>
              <a:t>Imen Hellali 2020/2021, Japanese books by Fabio </a:t>
            </a:r>
            <a:r>
              <a:rPr lang="en-US" dirty="0" err="1"/>
              <a:t>Arcangeli</a:t>
            </a:r>
            <a:r>
              <a:rPr lang="en-US" dirty="0"/>
              <a:t> from pngitem.com</a:t>
            </a:r>
            <a:endParaRPr lang="en-DE" dirty="0" err="1"/>
          </a:p>
        </p:txBody>
      </p:sp>
    </p:spTree>
    <p:extLst>
      <p:ext uri="{BB962C8B-B14F-4D97-AF65-F5344CB8AC3E}">
        <p14:creationId xmlns:p14="http://schemas.microsoft.com/office/powerpoint/2010/main" val="3473618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B14FC849-18B6-4A00-99C6-EFFF99AA7386}"/>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0: Intro</a:t>
            </a:r>
            <a:endParaRPr lang="en-DE">
              <a:solidFill>
                <a:srgbClr val="000000"/>
              </a:solidFill>
            </a:endParaRPr>
          </a:p>
        </p:txBody>
      </p:sp>
      <p:sp>
        <p:nvSpPr>
          <p:cNvPr id="3" name="Inhaltsplatzhalter 2">
            <a:extLst>
              <a:ext uri="{FF2B5EF4-FFF2-40B4-BE49-F238E27FC236}">
                <a16:creationId xmlns:a16="http://schemas.microsoft.com/office/drawing/2014/main" id="{3E027167-1AFB-4B98-B161-DF948EC97472}"/>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Consists of a path that you must follow,  which will introduce you to the inhabitants of the parallel world, with a narrating introductory story.</a:t>
            </a:r>
            <a:endParaRPr lang="en-DE" sz="2000">
              <a:solidFill>
                <a:srgbClr val="000000"/>
              </a:solidFill>
            </a:endParaRPr>
          </a:p>
          <a:p>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Person, haltend, Mann, Frau enthält.&#10;&#10;Automatisch generierte Beschreibung">
            <a:extLst>
              <a:ext uri="{FF2B5EF4-FFF2-40B4-BE49-F238E27FC236}">
                <a16:creationId xmlns:a16="http://schemas.microsoft.com/office/drawing/2014/main" id="{8C2B65EC-4A60-4735-BC83-47606BCCFCFF}"/>
              </a:ext>
            </a:extLst>
          </p:cNvPr>
          <p:cNvPicPr>
            <a:picLocks noChangeAspect="1"/>
          </p:cNvPicPr>
          <p:nvPr/>
        </p:nvPicPr>
        <p:blipFill rotWithShape="1">
          <a:blip r:embed="rId3">
            <a:extLst>
              <a:ext uri="{28A0092B-C50C-407E-A947-70E740481C1C}">
                <a14:useLocalDpi xmlns:a14="http://schemas.microsoft.com/office/drawing/2010/main" val="0"/>
              </a:ext>
            </a:extLst>
          </a:blip>
          <a:srcRect l="15712" r="15420"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0" name="Rechteck 9">
            <a:extLst>
              <a:ext uri="{FF2B5EF4-FFF2-40B4-BE49-F238E27FC236}">
                <a16:creationId xmlns:a16="http://schemas.microsoft.com/office/drawing/2014/main" id="{CF97A1C6-AEF5-4616-A137-DD930924011E}"/>
              </a:ext>
            </a:extLst>
          </p:cNvPr>
          <p:cNvSpPr/>
          <p:nvPr/>
        </p:nvSpPr>
        <p:spPr>
          <a:xfrm>
            <a:off x="0" y="6492875"/>
            <a:ext cx="6939015" cy="369332"/>
          </a:xfrm>
          <a:prstGeom prst="rect">
            <a:avLst/>
          </a:prstGeom>
        </p:spPr>
        <p:txBody>
          <a:bodyPr wrap="none">
            <a:spAutoFit/>
          </a:bodyPr>
          <a:lstStyle/>
          <a:p>
            <a:r>
              <a:rPr lang="en-US" dirty="0"/>
              <a:t>Imen Hellali 2020/2021, </a:t>
            </a:r>
            <a:r>
              <a:rPr lang="en-US" dirty="0" err="1"/>
              <a:t>Sosuke</a:t>
            </a:r>
            <a:r>
              <a:rPr lang="en-US" dirty="0"/>
              <a:t> </a:t>
            </a:r>
            <a:r>
              <a:rPr lang="en-US" dirty="0" err="1"/>
              <a:t>Aizen</a:t>
            </a:r>
            <a:r>
              <a:rPr lang="en-US" dirty="0"/>
              <a:t> by Sofiane </a:t>
            </a:r>
            <a:r>
              <a:rPr lang="en-US" dirty="0" err="1"/>
              <a:t>Tiet</a:t>
            </a:r>
            <a:r>
              <a:rPr lang="en-US" dirty="0"/>
              <a:t> from pngitem.com</a:t>
            </a:r>
            <a:endParaRPr lang="en-DE" dirty="0" err="1"/>
          </a:p>
        </p:txBody>
      </p:sp>
    </p:spTree>
    <p:extLst>
      <p:ext uri="{BB962C8B-B14F-4D97-AF65-F5344CB8AC3E}">
        <p14:creationId xmlns:p14="http://schemas.microsoft.com/office/powerpoint/2010/main" val="1063772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5FAFF8DF-5AE7-4FD5-A08E-3F158DED3EB3}"/>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1: Butsudan </a:t>
            </a:r>
            <a:endParaRPr lang="en-DE">
              <a:solidFill>
                <a:srgbClr val="000000"/>
              </a:solidFill>
            </a:endParaRPr>
          </a:p>
        </p:txBody>
      </p:sp>
      <p:sp>
        <p:nvSpPr>
          <p:cNvPr id="3" name="Inhaltsplatzhalter 2">
            <a:extLst>
              <a:ext uri="{FF2B5EF4-FFF2-40B4-BE49-F238E27FC236}">
                <a16:creationId xmlns:a16="http://schemas.microsoft.com/office/drawing/2014/main" id="{3D43C385-3648-45D8-8E97-A61F1F006E94}"/>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In this level you will learn about one of the most practiced religion (Shinto religion) and how the Japanese people deliver their respects to the ancestors.</a:t>
            </a:r>
          </a:p>
          <a:p>
            <a:r>
              <a:rPr lang="en-US" sz="2000">
                <a:solidFill>
                  <a:srgbClr val="000000"/>
                </a:solidFill>
              </a:rPr>
              <a:t>An introductory level to familiarize with the type of puzzles awaiting for the player.</a:t>
            </a:r>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drinnen, Tisch, Schrank, aus Holz enthält.&#10;&#10;Automatisch generierte Beschreibung">
            <a:extLst>
              <a:ext uri="{FF2B5EF4-FFF2-40B4-BE49-F238E27FC236}">
                <a16:creationId xmlns:a16="http://schemas.microsoft.com/office/drawing/2014/main" id="{8CB39338-4A72-4FD5-B546-CFEA6E6D71D1}"/>
              </a:ext>
            </a:extLst>
          </p:cNvPr>
          <p:cNvPicPr>
            <a:picLocks noChangeAspect="1"/>
          </p:cNvPicPr>
          <p:nvPr/>
        </p:nvPicPr>
        <p:blipFill rotWithShape="1">
          <a:blip r:embed="rId3">
            <a:extLst>
              <a:ext uri="{28A0092B-C50C-407E-A947-70E740481C1C}">
                <a14:useLocalDpi xmlns:a14="http://schemas.microsoft.com/office/drawing/2010/main" val="0"/>
              </a:ext>
            </a:extLst>
          </a:blip>
          <a:srcRect l="17816" r="17009"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71D44BF5-7ED5-46FA-9697-A30FE1F91F13}"/>
              </a:ext>
            </a:extLst>
          </p:cNvPr>
          <p:cNvSpPr/>
          <p:nvPr/>
        </p:nvSpPr>
        <p:spPr>
          <a:xfrm>
            <a:off x="0" y="6492875"/>
            <a:ext cx="9685408" cy="369332"/>
          </a:xfrm>
          <a:prstGeom prst="rect">
            <a:avLst/>
          </a:prstGeom>
        </p:spPr>
        <p:txBody>
          <a:bodyPr wrap="none">
            <a:spAutoFit/>
          </a:bodyPr>
          <a:lstStyle/>
          <a:p>
            <a:pPr>
              <a:spcAft>
                <a:spcPts val="600"/>
              </a:spcAft>
            </a:pPr>
            <a:r>
              <a:rPr lang="en-US" dirty="0"/>
              <a:t>Imen Hellali 2020/2021, </a:t>
            </a:r>
            <a:r>
              <a:rPr lang="ko-KR" altLang="en-US" dirty="0"/>
              <a:t>日本文化</a:t>
            </a:r>
            <a:r>
              <a:rPr lang="ja-JP" altLang="en-US" dirty="0"/>
              <a:t>の</a:t>
            </a:r>
            <a:r>
              <a:rPr lang="ko-KR" altLang="en-US" dirty="0"/>
              <a:t>愛 </a:t>
            </a:r>
            <a:r>
              <a:rPr lang="en-US" dirty="0" err="1"/>
              <a:t>Nipponbunka</a:t>
            </a:r>
            <a:r>
              <a:rPr lang="en-US" dirty="0"/>
              <a:t> no ai by MU from japanaibunka.wordpress.com</a:t>
            </a:r>
            <a:endParaRPr lang="en-DE" err="1"/>
          </a:p>
        </p:txBody>
      </p:sp>
    </p:spTree>
    <p:extLst>
      <p:ext uri="{BB962C8B-B14F-4D97-AF65-F5344CB8AC3E}">
        <p14:creationId xmlns:p14="http://schemas.microsoft.com/office/powerpoint/2010/main" val="199220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AFF8DF-5AE7-4FD5-A08E-3F158DED3EB3}"/>
              </a:ext>
            </a:extLst>
          </p:cNvPr>
          <p:cNvSpPr>
            <a:spLocks noGrp="1"/>
          </p:cNvSpPr>
          <p:nvPr>
            <p:ph type="title"/>
          </p:nvPr>
        </p:nvSpPr>
        <p:spPr/>
        <p:txBody>
          <a:bodyPr/>
          <a:lstStyle/>
          <a:p>
            <a:r>
              <a:rPr lang="en-US"/>
              <a:t>Puzzles in Level 1</a:t>
            </a:r>
            <a:endParaRPr lang="en-DE" dirty="0"/>
          </a:p>
        </p:txBody>
      </p:sp>
      <p:sp>
        <p:nvSpPr>
          <p:cNvPr id="3" name="Inhaltsplatzhalter 2">
            <a:extLst>
              <a:ext uri="{FF2B5EF4-FFF2-40B4-BE49-F238E27FC236}">
                <a16:creationId xmlns:a16="http://schemas.microsoft.com/office/drawing/2014/main" id="{3D43C385-3648-45D8-8E97-A61F1F006E94}"/>
              </a:ext>
            </a:extLst>
          </p:cNvPr>
          <p:cNvSpPr>
            <a:spLocks noGrp="1"/>
          </p:cNvSpPr>
          <p:nvPr>
            <p:ph idx="1"/>
          </p:nvPr>
        </p:nvSpPr>
        <p:spPr/>
        <p:txBody>
          <a:bodyPr/>
          <a:lstStyle/>
          <a:p>
            <a:r>
              <a:rPr lang="en-US"/>
              <a:t>1. collect chopsticks and rice bowl from dining table and place them accordingly on the butsudan</a:t>
            </a:r>
          </a:p>
          <a:p>
            <a:r>
              <a:rPr lang="en-US"/>
              <a:t>2. collect fire from the stove and light up the incense</a:t>
            </a:r>
          </a:p>
          <a:p>
            <a:r>
              <a:rPr lang="en-US"/>
              <a:t>3. collect plate and fruits and place them on the butsudan</a:t>
            </a:r>
          </a:p>
          <a:p>
            <a:r>
              <a:rPr lang="en-US"/>
              <a:t>4. collect a pillow, place it in front of the butsudan and kneel</a:t>
            </a:r>
            <a:endParaRPr lang="en-DE" dirty="0"/>
          </a:p>
        </p:txBody>
      </p:sp>
      <p:sp>
        <p:nvSpPr>
          <p:cNvPr id="4" name="Rechteck 3">
            <a:extLst>
              <a:ext uri="{FF2B5EF4-FFF2-40B4-BE49-F238E27FC236}">
                <a16:creationId xmlns:a16="http://schemas.microsoft.com/office/drawing/2014/main" id="{ED35C09C-9BE0-4E56-B7ED-FC934EB02BA3}"/>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6" name="Picture 6" descr="Jigsaw Puzzle Free PNG Image | PNG All">
            <a:extLst>
              <a:ext uri="{FF2B5EF4-FFF2-40B4-BE49-F238E27FC236}">
                <a16:creationId xmlns:a16="http://schemas.microsoft.com/office/drawing/2014/main" id="{77BF93A7-6F46-4694-9F70-2702AF970B27}"/>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9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AFF8DF-5AE7-4FD5-A08E-3F158DED3EB3}"/>
              </a:ext>
            </a:extLst>
          </p:cNvPr>
          <p:cNvSpPr>
            <a:spLocks noGrp="1"/>
          </p:cNvSpPr>
          <p:nvPr>
            <p:ph type="title"/>
          </p:nvPr>
        </p:nvSpPr>
        <p:spPr/>
        <p:txBody>
          <a:bodyPr/>
          <a:lstStyle/>
          <a:p>
            <a:r>
              <a:rPr lang="en-US" dirty="0"/>
              <a:t>Story in Level 1</a:t>
            </a:r>
            <a:endParaRPr lang="en-DE" dirty="0"/>
          </a:p>
        </p:txBody>
      </p:sp>
      <p:sp>
        <p:nvSpPr>
          <p:cNvPr id="3" name="Inhaltsplatzhalter 2">
            <a:extLst>
              <a:ext uri="{FF2B5EF4-FFF2-40B4-BE49-F238E27FC236}">
                <a16:creationId xmlns:a16="http://schemas.microsoft.com/office/drawing/2014/main" id="{3D43C385-3648-45D8-8E97-A61F1F006E94}"/>
              </a:ext>
            </a:extLst>
          </p:cNvPr>
          <p:cNvSpPr>
            <a:spLocks noGrp="1"/>
          </p:cNvSpPr>
          <p:nvPr>
            <p:ph idx="1"/>
          </p:nvPr>
        </p:nvSpPr>
        <p:spPr/>
        <p:txBody>
          <a:bodyPr/>
          <a:lstStyle/>
          <a:p>
            <a:r>
              <a:rPr lang="en-US" dirty="0"/>
              <a:t>TODO</a:t>
            </a:r>
            <a:endParaRPr lang="en-DE" dirty="0"/>
          </a:p>
        </p:txBody>
      </p:sp>
      <p:sp>
        <p:nvSpPr>
          <p:cNvPr id="4" name="Rechteck 3">
            <a:extLst>
              <a:ext uri="{FF2B5EF4-FFF2-40B4-BE49-F238E27FC236}">
                <a16:creationId xmlns:a16="http://schemas.microsoft.com/office/drawing/2014/main" id="{8D28D6B9-FAB4-4DE8-9BB2-291E43B382D0}"/>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pic>
        <p:nvPicPr>
          <p:cNvPr id="6" name="Grafik 5" descr="Ein Bild, das Tisch, sitzend, aus Holz, grün enthält.&#10;&#10;Automatisch generierte Beschreibung">
            <a:extLst>
              <a:ext uri="{FF2B5EF4-FFF2-40B4-BE49-F238E27FC236}">
                <a16:creationId xmlns:a16="http://schemas.microsoft.com/office/drawing/2014/main" id="{6CED8834-5E60-4682-BE21-23C5951DD33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Tree>
    <p:extLst>
      <p:ext uri="{BB962C8B-B14F-4D97-AF65-F5344CB8AC3E}">
        <p14:creationId xmlns:p14="http://schemas.microsoft.com/office/powerpoint/2010/main" val="4226056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5FAFF8DF-5AE7-4FD5-A08E-3F158DED3EB3}"/>
              </a:ext>
            </a:extLst>
          </p:cNvPr>
          <p:cNvSpPr>
            <a:spLocks noGrp="1"/>
          </p:cNvSpPr>
          <p:nvPr>
            <p:ph type="title"/>
          </p:nvPr>
        </p:nvSpPr>
        <p:spPr>
          <a:xfrm>
            <a:off x="804998" y="798445"/>
            <a:ext cx="4803636" cy="1311664"/>
          </a:xfrm>
        </p:spPr>
        <p:txBody>
          <a:bodyPr>
            <a:normAutofit/>
          </a:bodyPr>
          <a:lstStyle/>
          <a:p>
            <a:r>
              <a:rPr lang="en-US" sz="3400">
                <a:solidFill>
                  <a:srgbClr val="000000"/>
                </a:solidFill>
              </a:rPr>
              <a:t>Level 2: Japanese Portraits and Interior design </a:t>
            </a:r>
            <a:endParaRPr lang="en-DE" sz="3400">
              <a:solidFill>
                <a:srgbClr val="000000"/>
              </a:solidFill>
            </a:endParaRPr>
          </a:p>
        </p:txBody>
      </p:sp>
      <p:sp>
        <p:nvSpPr>
          <p:cNvPr id="3" name="Inhaltsplatzhalter 2">
            <a:extLst>
              <a:ext uri="{FF2B5EF4-FFF2-40B4-BE49-F238E27FC236}">
                <a16:creationId xmlns:a16="http://schemas.microsoft.com/office/drawing/2014/main" id="{3D43C385-3648-45D8-8E97-A61F1F006E94}"/>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In this level you will learn about paintings and drawings of famous Japanese illustrators, how they got inspired and development to modern Japanese art. </a:t>
            </a:r>
          </a:p>
          <a:p>
            <a:r>
              <a:rPr lang="en-US" sz="2000">
                <a:solidFill>
                  <a:srgbClr val="000000"/>
                </a:solidFill>
              </a:rPr>
              <a:t>At the end of this level you will collect a color palette.</a:t>
            </a:r>
            <a:endParaRPr lang="en-DE" sz="2000">
              <a:solidFill>
                <a:srgbClr val="000000"/>
              </a:solidFill>
            </a:endParaRPr>
          </a:p>
        </p:txBody>
      </p:sp>
      <p:sp>
        <p:nvSpPr>
          <p:cNvPr id="10"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Regenschirm enthält.&#10;&#10;Automatisch generierte Beschreibung">
            <a:extLst>
              <a:ext uri="{FF2B5EF4-FFF2-40B4-BE49-F238E27FC236}">
                <a16:creationId xmlns:a16="http://schemas.microsoft.com/office/drawing/2014/main" id="{DCA8DAE1-E6A0-405A-B23B-F5773A3FED7F}"/>
              </a:ext>
            </a:extLst>
          </p:cNvPr>
          <p:cNvPicPr>
            <a:picLocks noChangeAspect="1"/>
          </p:cNvPicPr>
          <p:nvPr/>
        </p:nvPicPr>
        <p:blipFill rotWithShape="1">
          <a:blip r:embed="rId3">
            <a:extLst>
              <a:ext uri="{28A0092B-C50C-407E-A947-70E740481C1C}">
                <a14:useLocalDpi xmlns:a14="http://schemas.microsoft.com/office/drawing/2010/main" val="0"/>
              </a:ext>
            </a:extLst>
          </a:blip>
          <a:srcRect l="44661" r="1493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D653DECA-08FB-4B25-B5D9-3F1478D538FC}"/>
              </a:ext>
            </a:extLst>
          </p:cNvPr>
          <p:cNvSpPr/>
          <p:nvPr/>
        </p:nvSpPr>
        <p:spPr>
          <a:xfrm>
            <a:off x="0" y="6492875"/>
            <a:ext cx="7281545" cy="369332"/>
          </a:xfrm>
          <a:prstGeom prst="rect">
            <a:avLst/>
          </a:prstGeom>
        </p:spPr>
        <p:txBody>
          <a:bodyPr wrap="none">
            <a:spAutoFit/>
          </a:bodyPr>
          <a:lstStyle/>
          <a:p>
            <a:pPr>
              <a:spcAft>
                <a:spcPts val="600"/>
              </a:spcAft>
            </a:pPr>
            <a:r>
              <a:rPr lang="en-US"/>
              <a:t>Imen Hellali 2020/2021, Yosa Buson by Nigel Huddleston from pngitem.com</a:t>
            </a:r>
            <a:endParaRPr lang="en-DE" err="1"/>
          </a:p>
        </p:txBody>
      </p:sp>
    </p:spTree>
    <p:extLst>
      <p:ext uri="{BB962C8B-B14F-4D97-AF65-F5344CB8AC3E}">
        <p14:creationId xmlns:p14="http://schemas.microsoft.com/office/powerpoint/2010/main" val="2903293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AFF8DF-5AE7-4FD5-A08E-3F158DED3EB3}"/>
              </a:ext>
            </a:extLst>
          </p:cNvPr>
          <p:cNvSpPr>
            <a:spLocks noGrp="1"/>
          </p:cNvSpPr>
          <p:nvPr>
            <p:ph type="title"/>
          </p:nvPr>
        </p:nvSpPr>
        <p:spPr/>
        <p:txBody>
          <a:bodyPr/>
          <a:lstStyle/>
          <a:p>
            <a:r>
              <a:rPr lang="en-US" dirty="0"/>
              <a:t>Puzzles in Level 2</a:t>
            </a:r>
            <a:endParaRPr lang="en-DE" dirty="0"/>
          </a:p>
        </p:txBody>
      </p:sp>
      <p:sp>
        <p:nvSpPr>
          <p:cNvPr id="3" name="Inhaltsplatzhalter 2">
            <a:extLst>
              <a:ext uri="{FF2B5EF4-FFF2-40B4-BE49-F238E27FC236}">
                <a16:creationId xmlns:a16="http://schemas.microsoft.com/office/drawing/2014/main" id="{3D43C385-3648-45D8-8E97-A61F1F006E94}"/>
              </a:ext>
            </a:extLst>
          </p:cNvPr>
          <p:cNvSpPr>
            <a:spLocks noGrp="1"/>
          </p:cNvSpPr>
          <p:nvPr>
            <p:ph idx="1"/>
          </p:nvPr>
        </p:nvSpPr>
        <p:spPr/>
        <p:txBody>
          <a:bodyPr/>
          <a:lstStyle/>
          <a:p>
            <a:r>
              <a:rPr lang="en-US" dirty="0"/>
              <a:t>1. organize parts of a drawing to create a complete one</a:t>
            </a:r>
          </a:p>
          <a:p>
            <a:r>
              <a:rPr lang="en-US" dirty="0"/>
              <a:t>2. collect </a:t>
            </a:r>
            <a:r>
              <a:rPr lang="en-US" dirty="0" err="1"/>
              <a:t>sakura</a:t>
            </a:r>
            <a:r>
              <a:rPr lang="en-US" dirty="0"/>
              <a:t> flower and hair pins to finish a drawing</a:t>
            </a:r>
          </a:p>
          <a:p>
            <a:r>
              <a:rPr lang="en-US" dirty="0"/>
              <a:t>3. turn the clock needles to 18: the year “the painter name” died</a:t>
            </a:r>
          </a:p>
          <a:p>
            <a:r>
              <a:rPr lang="en-US" dirty="0"/>
              <a:t>4. the curtains will drop a color palette to collect</a:t>
            </a:r>
          </a:p>
        </p:txBody>
      </p:sp>
      <p:sp>
        <p:nvSpPr>
          <p:cNvPr id="7" name="Rechteck 6">
            <a:extLst>
              <a:ext uri="{FF2B5EF4-FFF2-40B4-BE49-F238E27FC236}">
                <a16:creationId xmlns:a16="http://schemas.microsoft.com/office/drawing/2014/main" id="{DC266CC1-2E27-46C4-A9F3-A3D40881AF53}"/>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8" name="Picture 6" descr="Jigsaw Puzzle Free PNG Image | PNG All">
            <a:extLst>
              <a:ext uri="{FF2B5EF4-FFF2-40B4-BE49-F238E27FC236}">
                <a16:creationId xmlns:a16="http://schemas.microsoft.com/office/drawing/2014/main" id="{30BDEB85-0F19-4D96-9CEF-D0DF459FA16B}"/>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689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AFF8DF-5AE7-4FD5-A08E-3F158DED3EB3}"/>
              </a:ext>
            </a:extLst>
          </p:cNvPr>
          <p:cNvSpPr>
            <a:spLocks noGrp="1"/>
          </p:cNvSpPr>
          <p:nvPr>
            <p:ph type="title"/>
          </p:nvPr>
        </p:nvSpPr>
        <p:spPr/>
        <p:txBody>
          <a:bodyPr/>
          <a:lstStyle/>
          <a:p>
            <a:r>
              <a:rPr lang="en-US" dirty="0"/>
              <a:t>Story in Level 2</a:t>
            </a:r>
            <a:endParaRPr lang="en-DE" dirty="0"/>
          </a:p>
        </p:txBody>
      </p:sp>
      <p:sp>
        <p:nvSpPr>
          <p:cNvPr id="3" name="Inhaltsplatzhalter 2">
            <a:extLst>
              <a:ext uri="{FF2B5EF4-FFF2-40B4-BE49-F238E27FC236}">
                <a16:creationId xmlns:a16="http://schemas.microsoft.com/office/drawing/2014/main" id="{3D43C385-3648-45D8-8E97-A61F1F006E94}"/>
              </a:ext>
            </a:extLst>
          </p:cNvPr>
          <p:cNvSpPr>
            <a:spLocks noGrp="1"/>
          </p:cNvSpPr>
          <p:nvPr>
            <p:ph idx="1"/>
          </p:nvPr>
        </p:nvSpPr>
        <p:spPr/>
        <p:txBody>
          <a:bodyPr/>
          <a:lstStyle/>
          <a:p>
            <a:r>
              <a:rPr lang="en-US" dirty="0"/>
              <a:t>TODO</a:t>
            </a:r>
            <a:endParaRPr lang="en-DE" dirty="0"/>
          </a:p>
        </p:txBody>
      </p:sp>
      <p:sp>
        <p:nvSpPr>
          <p:cNvPr id="5" name="Rechteck 4">
            <a:extLst>
              <a:ext uri="{FF2B5EF4-FFF2-40B4-BE49-F238E27FC236}">
                <a16:creationId xmlns:a16="http://schemas.microsoft.com/office/drawing/2014/main" id="{0DDA1F31-581C-4809-9FAA-E98E2C7C08A3}"/>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pic>
        <p:nvPicPr>
          <p:cNvPr id="6" name="Grafik 5" descr="Ein Bild, das Tisch, sitzend, aus Holz, grün enthält.&#10;&#10;Automatisch generierte Beschreibung">
            <a:extLst>
              <a:ext uri="{FF2B5EF4-FFF2-40B4-BE49-F238E27FC236}">
                <a16:creationId xmlns:a16="http://schemas.microsoft.com/office/drawing/2014/main" id="{2FABBB35-E3B4-42DB-A171-9B7027A0A033}"/>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Tree>
    <p:extLst>
      <p:ext uri="{BB962C8B-B14F-4D97-AF65-F5344CB8AC3E}">
        <p14:creationId xmlns:p14="http://schemas.microsoft.com/office/powerpoint/2010/main" val="293658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56CA99CF-463D-46DE-B551-42A6EA8B3C4A}"/>
              </a:ext>
            </a:extLst>
          </p:cNvPr>
          <p:cNvSpPr>
            <a:spLocks noGrp="1"/>
          </p:cNvSpPr>
          <p:nvPr>
            <p:ph type="title"/>
          </p:nvPr>
        </p:nvSpPr>
        <p:spPr>
          <a:xfrm>
            <a:off x="804998" y="798445"/>
            <a:ext cx="4803636" cy="1311664"/>
          </a:xfrm>
        </p:spPr>
        <p:txBody>
          <a:bodyPr>
            <a:normAutofit/>
          </a:bodyPr>
          <a:lstStyle/>
          <a:p>
            <a:r>
              <a:rPr lang="en-US" sz="3100">
                <a:solidFill>
                  <a:srgbClr val="000000"/>
                </a:solidFill>
              </a:rPr>
              <a:t>Level 3: Japanese Traditional Garden and exterior design</a:t>
            </a:r>
            <a:endParaRPr lang="en-DE" sz="3100">
              <a:solidFill>
                <a:srgbClr val="000000"/>
              </a:solidFill>
            </a:endParaRPr>
          </a:p>
        </p:txBody>
      </p:sp>
      <p:sp>
        <p:nvSpPr>
          <p:cNvPr id="3" name="Inhaltsplatzhalter 2">
            <a:extLst>
              <a:ext uri="{FF2B5EF4-FFF2-40B4-BE49-F238E27FC236}">
                <a16:creationId xmlns:a16="http://schemas.microsoft.com/office/drawing/2014/main" id="{D9030D15-EC94-470A-9A8F-F877A2F73310}"/>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In this stage you experience the characteristics of a traditional Japanese garden and exterior architecture of a traditional Japanese house.</a:t>
            </a:r>
          </a:p>
          <a:p>
            <a:r>
              <a:rPr lang="en-US" sz="2000">
                <a:solidFill>
                  <a:srgbClr val="000000"/>
                </a:solidFill>
              </a:rPr>
              <a:t>At the end of this level you will collect a koi fish.</a:t>
            </a:r>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drinnen, Tisch, Blume, klein enthält.&#10;&#10;Automatisch generierte Beschreibung">
            <a:extLst>
              <a:ext uri="{FF2B5EF4-FFF2-40B4-BE49-F238E27FC236}">
                <a16:creationId xmlns:a16="http://schemas.microsoft.com/office/drawing/2014/main" id="{C7FE02FC-5773-4815-B884-80D17DA906AA}"/>
              </a:ext>
            </a:extLst>
          </p:cNvPr>
          <p:cNvPicPr>
            <a:picLocks noChangeAspect="1"/>
          </p:cNvPicPr>
          <p:nvPr/>
        </p:nvPicPr>
        <p:blipFill rotWithShape="1">
          <a:blip r:embed="rId3">
            <a:extLst>
              <a:ext uri="{28A0092B-C50C-407E-A947-70E740481C1C}">
                <a14:useLocalDpi xmlns:a14="http://schemas.microsoft.com/office/drawing/2010/main" val="0"/>
              </a:ext>
            </a:extLst>
          </a:blip>
          <a:srcRect l="5262" r="4689" b="3"/>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0" name="Rechteck 9">
            <a:extLst>
              <a:ext uri="{FF2B5EF4-FFF2-40B4-BE49-F238E27FC236}">
                <a16:creationId xmlns:a16="http://schemas.microsoft.com/office/drawing/2014/main" id="{646B2E01-BD8D-4F50-9552-9EC1DAAA0CCD}"/>
              </a:ext>
            </a:extLst>
          </p:cNvPr>
          <p:cNvSpPr/>
          <p:nvPr/>
        </p:nvSpPr>
        <p:spPr>
          <a:xfrm>
            <a:off x="0" y="6492875"/>
            <a:ext cx="6472093" cy="369332"/>
          </a:xfrm>
          <a:prstGeom prst="rect">
            <a:avLst/>
          </a:prstGeom>
        </p:spPr>
        <p:txBody>
          <a:bodyPr wrap="none">
            <a:spAutoFit/>
          </a:bodyPr>
          <a:lstStyle/>
          <a:p>
            <a:r>
              <a:rPr lang="en-US" dirty="0"/>
              <a:t>Imen Hellali 2020/2021, Koi Fish by </a:t>
            </a:r>
            <a:r>
              <a:rPr lang="en-US" dirty="0" err="1"/>
              <a:t>Harzverliebt</a:t>
            </a:r>
            <a:r>
              <a:rPr lang="en-US" dirty="0"/>
              <a:t> from pngitem.com</a:t>
            </a:r>
            <a:endParaRPr lang="en-DE" dirty="0" err="1"/>
          </a:p>
        </p:txBody>
      </p:sp>
    </p:spTree>
    <p:extLst>
      <p:ext uri="{BB962C8B-B14F-4D97-AF65-F5344CB8AC3E}">
        <p14:creationId xmlns:p14="http://schemas.microsoft.com/office/powerpoint/2010/main" val="3853368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CA99CF-463D-46DE-B551-42A6EA8B3C4A}"/>
              </a:ext>
            </a:extLst>
          </p:cNvPr>
          <p:cNvSpPr>
            <a:spLocks noGrp="1"/>
          </p:cNvSpPr>
          <p:nvPr>
            <p:ph type="title"/>
          </p:nvPr>
        </p:nvSpPr>
        <p:spPr/>
        <p:txBody>
          <a:bodyPr/>
          <a:lstStyle/>
          <a:p>
            <a:r>
              <a:rPr lang="en-US" dirty="0"/>
              <a:t>Puzzles in Level 3</a:t>
            </a:r>
            <a:endParaRPr lang="en-DE" dirty="0"/>
          </a:p>
        </p:txBody>
      </p:sp>
      <p:sp>
        <p:nvSpPr>
          <p:cNvPr id="3" name="Inhaltsplatzhalter 2">
            <a:extLst>
              <a:ext uri="{FF2B5EF4-FFF2-40B4-BE49-F238E27FC236}">
                <a16:creationId xmlns:a16="http://schemas.microsoft.com/office/drawing/2014/main" id="{D9030D15-EC94-470A-9A8F-F877A2F73310}"/>
              </a:ext>
            </a:extLst>
          </p:cNvPr>
          <p:cNvSpPr>
            <a:spLocks noGrp="1"/>
          </p:cNvSpPr>
          <p:nvPr>
            <p:ph idx="1"/>
          </p:nvPr>
        </p:nvSpPr>
        <p:spPr>
          <a:xfrm>
            <a:off x="838200" y="1829836"/>
            <a:ext cx="10515600" cy="4351338"/>
          </a:xfrm>
        </p:spPr>
        <p:txBody>
          <a:bodyPr/>
          <a:lstStyle/>
          <a:p>
            <a:r>
              <a:rPr lang="en-US" dirty="0"/>
              <a:t>1. collect bamboo from bamboo tree</a:t>
            </a:r>
          </a:p>
          <a:p>
            <a:r>
              <a:rPr lang="en-US" dirty="0"/>
              <a:t>2. collect water from the kitchen</a:t>
            </a:r>
          </a:p>
          <a:p>
            <a:r>
              <a:rPr lang="en-US" dirty="0"/>
              <a:t>3. collect stones</a:t>
            </a:r>
          </a:p>
          <a:p>
            <a:r>
              <a:rPr lang="en-US" dirty="0"/>
              <a:t>4. collect flowers</a:t>
            </a:r>
          </a:p>
          <a:p>
            <a:r>
              <a:rPr lang="en-US" dirty="0"/>
              <a:t>5. place the collected items in the corresponding fountain space</a:t>
            </a:r>
          </a:p>
          <a:p>
            <a:r>
              <a:rPr lang="en-US" dirty="0"/>
              <a:t>6. fountain will show up and water will start flowing</a:t>
            </a:r>
          </a:p>
          <a:p>
            <a:r>
              <a:rPr lang="en-US" dirty="0"/>
              <a:t>7. collect worms from the dirt and throw it in the water</a:t>
            </a:r>
          </a:p>
          <a:p>
            <a:r>
              <a:rPr lang="en-US" dirty="0"/>
              <a:t>8. koi will appear to collect</a:t>
            </a:r>
            <a:endParaRPr lang="en-DE" dirty="0"/>
          </a:p>
        </p:txBody>
      </p:sp>
      <p:sp>
        <p:nvSpPr>
          <p:cNvPr id="5" name="Rechteck 4">
            <a:extLst>
              <a:ext uri="{FF2B5EF4-FFF2-40B4-BE49-F238E27FC236}">
                <a16:creationId xmlns:a16="http://schemas.microsoft.com/office/drawing/2014/main" id="{50932F5C-0F60-48C2-9C99-C078AC78388E}"/>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6" name="Picture 6" descr="Jigsaw Puzzle Free PNG Image | PNG All">
            <a:extLst>
              <a:ext uri="{FF2B5EF4-FFF2-40B4-BE49-F238E27FC236}">
                <a16:creationId xmlns:a16="http://schemas.microsoft.com/office/drawing/2014/main" id="{EFB714AC-AAF8-4217-9405-98CBE90CEFAB}"/>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389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Ein Bild, das Tisch, sitzend, aus Holz, grün enthält.&#10;&#10;Automatisch generierte Beschreibung">
            <a:extLst>
              <a:ext uri="{FF2B5EF4-FFF2-40B4-BE49-F238E27FC236}">
                <a16:creationId xmlns:a16="http://schemas.microsoft.com/office/drawing/2014/main" id="{43CA40AB-4BE3-4069-9595-6ED14A62EAB8}"/>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2" name="Titel 1">
            <a:extLst>
              <a:ext uri="{FF2B5EF4-FFF2-40B4-BE49-F238E27FC236}">
                <a16:creationId xmlns:a16="http://schemas.microsoft.com/office/drawing/2014/main" id="{56CA99CF-463D-46DE-B551-42A6EA8B3C4A}"/>
              </a:ext>
            </a:extLst>
          </p:cNvPr>
          <p:cNvSpPr>
            <a:spLocks noGrp="1"/>
          </p:cNvSpPr>
          <p:nvPr>
            <p:ph type="title"/>
          </p:nvPr>
        </p:nvSpPr>
        <p:spPr/>
        <p:txBody>
          <a:bodyPr/>
          <a:lstStyle/>
          <a:p>
            <a:r>
              <a:rPr lang="en-US" dirty="0"/>
              <a:t>Story in Level 3</a:t>
            </a:r>
            <a:endParaRPr lang="en-DE" dirty="0"/>
          </a:p>
        </p:txBody>
      </p:sp>
      <p:sp>
        <p:nvSpPr>
          <p:cNvPr id="3" name="Inhaltsplatzhalter 2">
            <a:extLst>
              <a:ext uri="{FF2B5EF4-FFF2-40B4-BE49-F238E27FC236}">
                <a16:creationId xmlns:a16="http://schemas.microsoft.com/office/drawing/2014/main" id="{D9030D15-EC94-470A-9A8F-F877A2F73310}"/>
              </a:ext>
            </a:extLst>
          </p:cNvPr>
          <p:cNvSpPr>
            <a:spLocks noGrp="1"/>
          </p:cNvSpPr>
          <p:nvPr>
            <p:ph idx="1"/>
          </p:nvPr>
        </p:nvSpPr>
        <p:spPr>
          <a:xfrm>
            <a:off x="838200" y="2223190"/>
            <a:ext cx="10515600" cy="4351338"/>
          </a:xfrm>
        </p:spPr>
        <p:txBody>
          <a:bodyPr/>
          <a:lstStyle/>
          <a:p>
            <a:endParaRPr lang="en-DE" dirty="0"/>
          </a:p>
        </p:txBody>
      </p:sp>
      <p:sp>
        <p:nvSpPr>
          <p:cNvPr id="5" name="Rechteck 4">
            <a:extLst>
              <a:ext uri="{FF2B5EF4-FFF2-40B4-BE49-F238E27FC236}">
                <a16:creationId xmlns:a16="http://schemas.microsoft.com/office/drawing/2014/main" id="{9ED9969C-20F5-491D-B6CA-8AC134D8802F}"/>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741233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B00FCAE3-7547-4027-8E42-3B5C2C0F3A18}"/>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4: Musical Instruments</a:t>
            </a:r>
            <a:endParaRPr lang="en-DE">
              <a:solidFill>
                <a:srgbClr val="000000"/>
              </a:solidFill>
            </a:endParaRPr>
          </a:p>
        </p:txBody>
      </p:sp>
      <p:sp>
        <p:nvSpPr>
          <p:cNvPr id="3" name="Inhaltsplatzhalter 2">
            <a:extLst>
              <a:ext uri="{FF2B5EF4-FFF2-40B4-BE49-F238E27FC236}">
                <a16:creationId xmlns:a16="http://schemas.microsoft.com/office/drawing/2014/main" id="{9678CDDE-6FAE-4A3B-9065-5E4105AE648F}"/>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In this level, you would have unlocked the house’s gate door and are able to visit the neighborhood and narrow alleys.</a:t>
            </a:r>
          </a:p>
          <a:p>
            <a:r>
              <a:rPr lang="en-US" sz="2000">
                <a:solidFill>
                  <a:srgbClr val="000000"/>
                </a:solidFill>
              </a:rPr>
              <a:t>You can visit the showroom, enjoy many music peace of famous traditional Japanese musicians alive and learn about the used instruments and the history behind it.</a:t>
            </a:r>
          </a:p>
          <a:p>
            <a:r>
              <a:rPr lang="en-US" sz="2000">
                <a:solidFill>
                  <a:srgbClr val="000000"/>
                </a:solidFill>
              </a:rPr>
              <a:t>At the end of this level you will collect strings.</a:t>
            </a:r>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Person, sitzend, Gebäude, draußen enthält.&#10;&#10;Automatisch generierte Beschreibung">
            <a:extLst>
              <a:ext uri="{FF2B5EF4-FFF2-40B4-BE49-F238E27FC236}">
                <a16:creationId xmlns:a16="http://schemas.microsoft.com/office/drawing/2014/main" id="{5B0BAACE-D426-4110-8D63-CAFA2F48C7EF}"/>
              </a:ext>
            </a:extLst>
          </p:cNvPr>
          <p:cNvPicPr>
            <a:picLocks noChangeAspect="1"/>
          </p:cNvPicPr>
          <p:nvPr/>
        </p:nvPicPr>
        <p:blipFill rotWithShape="1">
          <a:blip r:embed="rId3">
            <a:extLst>
              <a:ext uri="{28A0092B-C50C-407E-A947-70E740481C1C}">
                <a14:useLocalDpi xmlns:a14="http://schemas.microsoft.com/office/drawing/2010/main" val="0"/>
              </a:ext>
            </a:extLst>
          </a:blip>
          <a:srcRect l="16210" r="26653"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CED1ED42-06B9-4EB1-B4A7-CE96FE7945A7}"/>
              </a:ext>
            </a:extLst>
          </p:cNvPr>
          <p:cNvSpPr/>
          <p:nvPr/>
        </p:nvSpPr>
        <p:spPr>
          <a:xfrm>
            <a:off x="0" y="6492875"/>
            <a:ext cx="2377574" cy="369332"/>
          </a:xfrm>
          <a:prstGeom prst="rect">
            <a:avLst/>
          </a:prstGeom>
        </p:spPr>
        <p:txBody>
          <a:bodyPr wrap="none">
            <a:spAutoFit/>
          </a:bodyPr>
          <a:lstStyle/>
          <a:p>
            <a:pPr>
              <a:spcAft>
                <a:spcPts val="600"/>
              </a:spcAft>
            </a:pPr>
            <a:r>
              <a:rPr lang="en-US" dirty="0"/>
              <a:t>Imen Hellali 2020/2021</a:t>
            </a:r>
            <a:endParaRPr lang="en-DE" err="1"/>
          </a:p>
        </p:txBody>
      </p:sp>
    </p:spTree>
    <p:extLst>
      <p:ext uri="{BB962C8B-B14F-4D97-AF65-F5344CB8AC3E}">
        <p14:creationId xmlns:p14="http://schemas.microsoft.com/office/powerpoint/2010/main" val="1509946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0FCAE3-7547-4027-8E42-3B5C2C0F3A18}"/>
              </a:ext>
            </a:extLst>
          </p:cNvPr>
          <p:cNvSpPr>
            <a:spLocks noGrp="1"/>
          </p:cNvSpPr>
          <p:nvPr>
            <p:ph type="title"/>
          </p:nvPr>
        </p:nvSpPr>
        <p:spPr/>
        <p:txBody>
          <a:bodyPr/>
          <a:lstStyle/>
          <a:p>
            <a:r>
              <a:rPr lang="en-US" dirty="0"/>
              <a:t>Puzzles in Level 4</a:t>
            </a:r>
            <a:endParaRPr lang="en-DE" dirty="0"/>
          </a:p>
        </p:txBody>
      </p:sp>
      <p:sp>
        <p:nvSpPr>
          <p:cNvPr id="3" name="Inhaltsplatzhalter 2">
            <a:extLst>
              <a:ext uri="{FF2B5EF4-FFF2-40B4-BE49-F238E27FC236}">
                <a16:creationId xmlns:a16="http://schemas.microsoft.com/office/drawing/2014/main" id="{9678CDDE-6FAE-4A3B-9065-5E4105AE648F}"/>
              </a:ext>
            </a:extLst>
          </p:cNvPr>
          <p:cNvSpPr>
            <a:spLocks noGrp="1"/>
          </p:cNvSpPr>
          <p:nvPr>
            <p:ph idx="1"/>
          </p:nvPr>
        </p:nvSpPr>
        <p:spPr/>
        <p:txBody>
          <a:bodyPr/>
          <a:lstStyle/>
          <a:p>
            <a:r>
              <a:rPr lang="en-US" dirty="0"/>
              <a:t>1. fetch the music instruments from paintings and put them on top of the corresponding podiums</a:t>
            </a:r>
          </a:p>
          <a:p>
            <a:r>
              <a:rPr lang="en-US" dirty="0"/>
              <a:t>2. follow the lead of the paintings and play the same notes played in them.</a:t>
            </a:r>
          </a:p>
          <a:p>
            <a:r>
              <a:rPr lang="en-US" dirty="0"/>
              <a:t>3. after playing the different music peace, podiums can be moved, and strings are to be found under one of them.</a:t>
            </a:r>
            <a:endParaRPr lang="en-DE" dirty="0"/>
          </a:p>
        </p:txBody>
      </p:sp>
      <p:sp>
        <p:nvSpPr>
          <p:cNvPr id="5" name="Rechteck 4">
            <a:extLst>
              <a:ext uri="{FF2B5EF4-FFF2-40B4-BE49-F238E27FC236}">
                <a16:creationId xmlns:a16="http://schemas.microsoft.com/office/drawing/2014/main" id="{BE017BD6-2076-4106-BF06-CE4FE7489986}"/>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6" name="Picture 6" descr="Jigsaw Puzzle Free PNG Image | PNG All">
            <a:extLst>
              <a:ext uri="{FF2B5EF4-FFF2-40B4-BE49-F238E27FC236}">
                <a16:creationId xmlns:a16="http://schemas.microsoft.com/office/drawing/2014/main" id="{237C789E-2138-41D5-9A27-E7C610CA1DDA}"/>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428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0FCAE3-7547-4027-8E42-3B5C2C0F3A18}"/>
              </a:ext>
            </a:extLst>
          </p:cNvPr>
          <p:cNvSpPr>
            <a:spLocks noGrp="1"/>
          </p:cNvSpPr>
          <p:nvPr>
            <p:ph type="title"/>
          </p:nvPr>
        </p:nvSpPr>
        <p:spPr/>
        <p:txBody>
          <a:bodyPr/>
          <a:lstStyle/>
          <a:p>
            <a:r>
              <a:rPr lang="en-US" dirty="0"/>
              <a:t>Story in Level 4</a:t>
            </a:r>
            <a:endParaRPr lang="en-DE" dirty="0"/>
          </a:p>
        </p:txBody>
      </p:sp>
      <p:sp>
        <p:nvSpPr>
          <p:cNvPr id="3" name="Inhaltsplatzhalter 2">
            <a:extLst>
              <a:ext uri="{FF2B5EF4-FFF2-40B4-BE49-F238E27FC236}">
                <a16:creationId xmlns:a16="http://schemas.microsoft.com/office/drawing/2014/main" id="{9678CDDE-6FAE-4A3B-9065-5E4105AE648F}"/>
              </a:ext>
            </a:extLst>
          </p:cNvPr>
          <p:cNvSpPr>
            <a:spLocks noGrp="1"/>
          </p:cNvSpPr>
          <p:nvPr>
            <p:ph idx="1"/>
          </p:nvPr>
        </p:nvSpPr>
        <p:spPr/>
        <p:txBody>
          <a:bodyPr/>
          <a:lstStyle/>
          <a:p>
            <a:r>
              <a:rPr lang="en-US" dirty="0"/>
              <a:t>1. </a:t>
            </a:r>
            <a:r>
              <a:rPr lang="en-US" dirty="0" err="1"/>
              <a:t>koto</a:t>
            </a:r>
            <a:endParaRPr lang="en-US" dirty="0"/>
          </a:p>
          <a:p>
            <a:r>
              <a:rPr lang="en-US" dirty="0"/>
              <a:t>2. shamisen</a:t>
            </a:r>
          </a:p>
          <a:p>
            <a:r>
              <a:rPr lang="en-US" dirty="0"/>
              <a:t>3. </a:t>
            </a:r>
            <a:r>
              <a:rPr lang="en-US" dirty="0" err="1"/>
              <a:t>kotosuzumi</a:t>
            </a:r>
            <a:endParaRPr lang="en-DE" dirty="0"/>
          </a:p>
        </p:txBody>
      </p:sp>
      <p:pic>
        <p:nvPicPr>
          <p:cNvPr id="5" name="Grafik 4" descr="Ein Bild, das Tisch, sitzend, aus Holz, grün enthält.&#10;&#10;Automatisch generierte Beschreibung">
            <a:extLst>
              <a:ext uri="{FF2B5EF4-FFF2-40B4-BE49-F238E27FC236}">
                <a16:creationId xmlns:a16="http://schemas.microsoft.com/office/drawing/2014/main" id="{7C9C09D4-505A-4FB9-B3A7-6243EFE95D50}"/>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6" name="Rechteck 5">
            <a:extLst>
              <a:ext uri="{FF2B5EF4-FFF2-40B4-BE49-F238E27FC236}">
                <a16:creationId xmlns:a16="http://schemas.microsoft.com/office/drawing/2014/main" id="{8C792E30-0350-409B-9392-E8F9578B7270}"/>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2092838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2CF1F1C5-CD99-4458-957A-EFCE845BCCAE}"/>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5: Food</a:t>
            </a:r>
            <a:endParaRPr lang="en-DE">
              <a:solidFill>
                <a:srgbClr val="000000"/>
              </a:solidFill>
            </a:endParaRPr>
          </a:p>
        </p:txBody>
      </p:sp>
      <p:sp>
        <p:nvSpPr>
          <p:cNvPr id="3" name="Inhaltsplatzhalter 2">
            <a:extLst>
              <a:ext uri="{FF2B5EF4-FFF2-40B4-BE49-F238E27FC236}">
                <a16:creationId xmlns:a16="http://schemas.microsoft.com/office/drawing/2014/main" id="{F987ED0E-B86D-4472-9EC2-F5DCBBCE56CB}"/>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You can unlock the food stands, after finishing the showroom stage (before hand you could see the stands from outside but never enter, you must pay attention to your changing environment)</a:t>
            </a:r>
          </a:p>
          <a:p>
            <a:r>
              <a:rPr lang="en-US" sz="2000">
                <a:solidFill>
                  <a:srgbClr val="000000"/>
                </a:solidFill>
              </a:rPr>
              <a:t>In this level you will be introduced to many must-try Japanese signature foods.</a:t>
            </a:r>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Tisch, Essen, Teller, Tasse enthält.&#10;&#10;Automatisch generierte Beschreibung">
            <a:extLst>
              <a:ext uri="{FF2B5EF4-FFF2-40B4-BE49-F238E27FC236}">
                <a16:creationId xmlns:a16="http://schemas.microsoft.com/office/drawing/2014/main" id="{E06E82F1-E27A-43BB-9AE0-042283F09A80}"/>
              </a:ext>
            </a:extLst>
          </p:cNvPr>
          <p:cNvPicPr>
            <a:picLocks noChangeAspect="1"/>
          </p:cNvPicPr>
          <p:nvPr/>
        </p:nvPicPr>
        <p:blipFill rotWithShape="1">
          <a:blip r:embed="rId3">
            <a:extLst>
              <a:ext uri="{28A0092B-C50C-407E-A947-70E740481C1C}">
                <a14:useLocalDpi xmlns:a14="http://schemas.microsoft.com/office/drawing/2010/main" val="0"/>
              </a:ext>
            </a:extLst>
          </a:blip>
          <a:srcRect l="13822" r="24263" b="2"/>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0" name="Rechteck 9">
            <a:extLst>
              <a:ext uri="{FF2B5EF4-FFF2-40B4-BE49-F238E27FC236}">
                <a16:creationId xmlns:a16="http://schemas.microsoft.com/office/drawing/2014/main" id="{916774AD-1C76-4645-9347-EE13732B409A}"/>
              </a:ext>
            </a:extLst>
          </p:cNvPr>
          <p:cNvSpPr/>
          <p:nvPr/>
        </p:nvSpPr>
        <p:spPr>
          <a:xfrm>
            <a:off x="0" y="6492875"/>
            <a:ext cx="6023187" cy="369332"/>
          </a:xfrm>
          <a:prstGeom prst="rect">
            <a:avLst/>
          </a:prstGeom>
        </p:spPr>
        <p:txBody>
          <a:bodyPr wrap="none">
            <a:spAutoFit/>
          </a:bodyPr>
          <a:lstStyle/>
          <a:p>
            <a:r>
              <a:rPr lang="en-US" dirty="0"/>
              <a:t>Imen Hellali 2020/2021, Ramen by </a:t>
            </a:r>
            <a:r>
              <a:rPr lang="en-US" dirty="0" err="1"/>
              <a:t>Blogkultur</a:t>
            </a:r>
            <a:r>
              <a:rPr lang="en-US" dirty="0"/>
              <a:t> from pngall.com</a:t>
            </a:r>
            <a:endParaRPr lang="en-DE" dirty="0" err="1"/>
          </a:p>
        </p:txBody>
      </p:sp>
    </p:spTree>
    <p:extLst>
      <p:ext uri="{BB962C8B-B14F-4D97-AF65-F5344CB8AC3E}">
        <p14:creationId xmlns:p14="http://schemas.microsoft.com/office/powerpoint/2010/main" val="612317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F1F1C5-CD99-4458-957A-EFCE845BCCAE}"/>
              </a:ext>
            </a:extLst>
          </p:cNvPr>
          <p:cNvSpPr>
            <a:spLocks noGrp="1"/>
          </p:cNvSpPr>
          <p:nvPr>
            <p:ph type="title"/>
          </p:nvPr>
        </p:nvSpPr>
        <p:spPr/>
        <p:txBody>
          <a:bodyPr/>
          <a:lstStyle/>
          <a:p>
            <a:r>
              <a:rPr lang="en-US" dirty="0"/>
              <a:t>Puzzles in Level 5</a:t>
            </a:r>
            <a:endParaRPr lang="en-DE" dirty="0"/>
          </a:p>
        </p:txBody>
      </p:sp>
      <p:sp>
        <p:nvSpPr>
          <p:cNvPr id="3" name="Inhaltsplatzhalter 2">
            <a:extLst>
              <a:ext uri="{FF2B5EF4-FFF2-40B4-BE49-F238E27FC236}">
                <a16:creationId xmlns:a16="http://schemas.microsoft.com/office/drawing/2014/main" id="{F987ED0E-B86D-4472-9EC2-F5DCBBCE56CB}"/>
              </a:ext>
            </a:extLst>
          </p:cNvPr>
          <p:cNvSpPr>
            <a:spLocks noGrp="1"/>
          </p:cNvSpPr>
          <p:nvPr>
            <p:ph idx="1"/>
          </p:nvPr>
        </p:nvSpPr>
        <p:spPr/>
        <p:txBody>
          <a:bodyPr/>
          <a:lstStyle/>
          <a:p>
            <a:r>
              <a:rPr lang="en-US" dirty="0"/>
              <a:t>Different customers roaming the street craving different foods, shouting the name of their food/ the ingredients of the dish.</a:t>
            </a:r>
          </a:p>
          <a:p>
            <a:r>
              <a:rPr lang="en-US" dirty="0"/>
              <a:t>You must bring each different person their desired dish.</a:t>
            </a:r>
            <a:endParaRPr lang="en-DE" dirty="0"/>
          </a:p>
        </p:txBody>
      </p:sp>
      <p:sp>
        <p:nvSpPr>
          <p:cNvPr id="5" name="Rechteck 4">
            <a:extLst>
              <a:ext uri="{FF2B5EF4-FFF2-40B4-BE49-F238E27FC236}">
                <a16:creationId xmlns:a16="http://schemas.microsoft.com/office/drawing/2014/main" id="{58C030FE-59CC-402D-9A83-519CDF204300}"/>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6" name="Picture 6" descr="Jigsaw Puzzle Free PNG Image | PNG All">
            <a:extLst>
              <a:ext uri="{FF2B5EF4-FFF2-40B4-BE49-F238E27FC236}">
                <a16:creationId xmlns:a16="http://schemas.microsoft.com/office/drawing/2014/main" id="{DE1E5227-03AD-4579-98EA-603F816BF1EB}"/>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638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F1F1C5-CD99-4458-957A-EFCE845BCCAE}"/>
              </a:ext>
            </a:extLst>
          </p:cNvPr>
          <p:cNvSpPr>
            <a:spLocks noGrp="1"/>
          </p:cNvSpPr>
          <p:nvPr>
            <p:ph type="title"/>
          </p:nvPr>
        </p:nvSpPr>
        <p:spPr/>
        <p:txBody>
          <a:bodyPr/>
          <a:lstStyle/>
          <a:p>
            <a:r>
              <a:rPr lang="en-US" dirty="0"/>
              <a:t>Story in Level 5</a:t>
            </a:r>
            <a:endParaRPr lang="en-DE" dirty="0"/>
          </a:p>
        </p:txBody>
      </p:sp>
      <p:sp>
        <p:nvSpPr>
          <p:cNvPr id="3" name="Inhaltsplatzhalter 2">
            <a:extLst>
              <a:ext uri="{FF2B5EF4-FFF2-40B4-BE49-F238E27FC236}">
                <a16:creationId xmlns:a16="http://schemas.microsoft.com/office/drawing/2014/main" id="{F987ED0E-B86D-4472-9EC2-F5DCBBCE56CB}"/>
              </a:ext>
            </a:extLst>
          </p:cNvPr>
          <p:cNvSpPr>
            <a:spLocks noGrp="1"/>
          </p:cNvSpPr>
          <p:nvPr>
            <p:ph idx="1"/>
          </p:nvPr>
        </p:nvSpPr>
        <p:spPr/>
        <p:txBody>
          <a:bodyPr/>
          <a:lstStyle/>
          <a:p>
            <a:r>
              <a:rPr lang="en-US" dirty="0"/>
              <a:t>1. Miso ramen</a:t>
            </a:r>
          </a:p>
          <a:p>
            <a:r>
              <a:rPr lang="en-US" dirty="0"/>
              <a:t>2. Okonomiyaki</a:t>
            </a:r>
          </a:p>
          <a:p>
            <a:r>
              <a:rPr lang="en-US" dirty="0"/>
              <a:t>3. Takoyaki</a:t>
            </a:r>
          </a:p>
          <a:p>
            <a:endParaRPr lang="en-US" dirty="0"/>
          </a:p>
          <a:p>
            <a:endParaRPr lang="en-DE" dirty="0"/>
          </a:p>
        </p:txBody>
      </p:sp>
      <p:pic>
        <p:nvPicPr>
          <p:cNvPr id="5" name="Grafik 4" descr="Ein Bild, das Tisch, sitzend, aus Holz, grün enthält.&#10;&#10;Automatisch generierte Beschreibung">
            <a:extLst>
              <a:ext uri="{FF2B5EF4-FFF2-40B4-BE49-F238E27FC236}">
                <a16:creationId xmlns:a16="http://schemas.microsoft.com/office/drawing/2014/main" id="{29CFBF28-AD86-4DE2-9381-C1574688784A}"/>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6" name="Rechteck 5">
            <a:extLst>
              <a:ext uri="{FF2B5EF4-FFF2-40B4-BE49-F238E27FC236}">
                <a16:creationId xmlns:a16="http://schemas.microsoft.com/office/drawing/2014/main" id="{C8FAA0A4-CBBA-415D-9B4B-3B2CBB94F545}"/>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4073136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5ABFF26F-5E02-458D-86E8-C2608ED84B1A}"/>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6: Path to the temple </a:t>
            </a:r>
            <a:endParaRPr lang="en-DE">
              <a:solidFill>
                <a:srgbClr val="000000"/>
              </a:solidFill>
            </a:endParaRPr>
          </a:p>
        </p:txBody>
      </p:sp>
      <p:sp>
        <p:nvSpPr>
          <p:cNvPr id="3" name="Inhaltsplatzhalter 2">
            <a:extLst>
              <a:ext uri="{FF2B5EF4-FFF2-40B4-BE49-F238E27FC236}">
                <a16:creationId xmlns:a16="http://schemas.microsoft.com/office/drawing/2014/main" id="{CB5778EC-7382-47E9-9B90-C724988E3191}"/>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In this level you will cross the bridge leading you to the spirit realm (temple) and hear exciting stories along the way. </a:t>
            </a:r>
          </a:p>
          <a:p>
            <a:r>
              <a:rPr lang="en-US" sz="2000">
                <a:solidFill>
                  <a:srgbClr val="000000"/>
                </a:solidFill>
              </a:rPr>
              <a:t>There will be no puzzles while crossing the bridge, this will serve as a breather and cool off level for the player while building up the story.</a:t>
            </a:r>
          </a:p>
        </p:txBody>
      </p:sp>
      <p:sp>
        <p:nvSpPr>
          <p:cNvPr id="7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4" name="Picture 2" descr="Japanese Bridge Free Stock Photo - Public Domain Pictures">
            <a:extLst>
              <a:ext uri="{FF2B5EF4-FFF2-40B4-BE49-F238E27FC236}">
                <a16:creationId xmlns:a16="http://schemas.microsoft.com/office/drawing/2014/main" id="{02E1AE70-494B-45CE-BD52-1757925350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063" r="8" b="8"/>
          <a:stretch/>
        </p:blipFill>
        <p:spPr bwMode="auto">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51F442CC-8CEE-43FA-8302-F03A4344C71A}"/>
              </a:ext>
            </a:extLst>
          </p:cNvPr>
          <p:cNvSpPr/>
          <p:nvPr/>
        </p:nvSpPr>
        <p:spPr>
          <a:xfrm>
            <a:off x="0" y="6492875"/>
            <a:ext cx="8739572" cy="369332"/>
          </a:xfrm>
          <a:prstGeom prst="rect">
            <a:avLst/>
          </a:prstGeom>
        </p:spPr>
        <p:txBody>
          <a:bodyPr wrap="none">
            <a:spAutoFit/>
          </a:bodyPr>
          <a:lstStyle/>
          <a:p>
            <a:pPr>
              <a:spcAft>
                <a:spcPts val="600"/>
              </a:spcAft>
            </a:pPr>
            <a:r>
              <a:rPr lang="en-US" dirty="0"/>
              <a:t>Imen Hellali 2020/2021, </a:t>
            </a:r>
            <a:r>
              <a:rPr lang="de-DE" dirty="0" err="1"/>
              <a:t>Fabyan</a:t>
            </a:r>
            <a:r>
              <a:rPr lang="de-DE" dirty="0"/>
              <a:t> </a:t>
            </a:r>
            <a:r>
              <a:rPr lang="de-DE" dirty="0" err="1"/>
              <a:t>Japanese</a:t>
            </a:r>
            <a:r>
              <a:rPr lang="de-DE" dirty="0"/>
              <a:t> Garden</a:t>
            </a:r>
            <a:r>
              <a:rPr lang="en-US" dirty="0"/>
              <a:t> by Rick </a:t>
            </a:r>
            <a:r>
              <a:rPr lang="en-US" dirty="0" err="1"/>
              <a:t>Beato</a:t>
            </a:r>
            <a:r>
              <a:rPr lang="en-US" dirty="0"/>
              <a:t> from homedesignlover.com</a:t>
            </a:r>
            <a:endParaRPr lang="de-DE"/>
          </a:p>
        </p:txBody>
      </p:sp>
    </p:spTree>
    <p:extLst>
      <p:ext uri="{BB962C8B-B14F-4D97-AF65-F5344CB8AC3E}">
        <p14:creationId xmlns:p14="http://schemas.microsoft.com/office/powerpoint/2010/main" val="1767335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FF26F-5E02-458D-86E8-C2608ED84B1A}"/>
              </a:ext>
            </a:extLst>
          </p:cNvPr>
          <p:cNvSpPr>
            <a:spLocks noGrp="1"/>
          </p:cNvSpPr>
          <p:nvPr>
            <p:ph type="title"/>
          </p:nvPr>
        </p:nvSpPr>
        <p:spPr/>
        <p:txBody>
          <a:bodyPr/>
          <a:lstStyle/>
          <a:p>
            <a:r>
              <a:rPr lang="en-US" dirty="0"/>
              <a:t>Story in Level 6</a:t>
            </a:r>
            <a:endParaRPr lang="en-DE" dirty="0"/>
          </a:p>
        </p:txBody>
      </p:sp>
      <p:sp>
        <p:nvSpPr>
          <p:cNvPr id="3" name="Inhaltsplatzhalter 2">
            <a:extLst>
              <a:ext uri="{FF2B5EF4-FFF2-40B4-BE49-F238E27FC236}">
                <a16:creationId xmlns:a16="http://schemas.microsoft.com/office/drawing/2014/main" id="{CB5778EC-7382-47E9-9B90-C724988E3191}"/>
              </a:ext>
            </a:extLst>
          </p:cNvPr>
          <p:cNvSpPr>
            <a:spLocks noGrp="1"/>
          </p:cNvSpPr>
          <p:nvPr>
            <p:ph idx="1"/>
          </p:nvPr>
        </p:nvSpPr>
        <p:spPr/>
        <p:txBody>
          <a:bodyPr/>
          <a:lstStyle/>
          <a:p>
            <a:r>
              <a:rPr lang="en-US" dirty="0" err="1"/>
              <a:t>todo</a:t>
            </a:r>
            <a:endParaRPr lang="en-DE" dirty="0"/>
          </a:p>
        </p:txBody>
      </p:sp>
      <p:pic>
        <p:nvPicPr>
          <p:cNvPr id="5" name="Grafik 4" descr="Ein Bild, das Tisch, sitzend, aus Holz, grün enthält.&#10;&#10;Automatisch generierte Beschreibung">
            <a:extLst>
              <a:ext uri="{FF2B5EF4-FFF2-40B4-BE49-F238E27FC236}">
                <a16:creationId xmlns:a16="http://schemas.microsoft.com/office/drawing/2014/main" id="{509BF4F0-190B-4A18-B3BE-8F6535C67BD0}"/>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6" name="Rechteck 5">
            <a:extLst>
              <a:ext uri="{FF2B5EF4-FFF2-40B4-BE49-F238E27FC236}">
                <a16:creationId xmlns:a16="http://schemas.microsoft.com/office/drawing/2014/main" id="{6303A3E7-21E9-4403-B43D-D59425ACD379}"/>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374635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FA72225A-A4DA-4728-A016-3159F17E25C0}"/>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7: Merchants and stands</a:t>
            </a:r>
            <a:endParaRPr lang="en-DE">
              <a:solidFill>
                <a:srgbClr val="000000"/>
              </a:solidFill>
            </a:endParaRPr>
          </a:p>
        </p:txBody>
      </p:sp>
      <p:sp>
        <p:nvSpPr>
          <p:cNvPr id="3" name="Inhaltsplatzhalter 2">
            <a:extLst>
              <a:ext uri="{FF2B5EF4-FFF2-40B4-BE49-F238E27FC236}">
                <a16:creationId xmlns:a16="http://schemas.microsoft.com/office/drawing/2014/main" id="{D876C3C1-DA0A-4E71-835A-0501A1AAB6C4}"/>
              </a:ext>
            </a:extLst>
          </p:cNvPr>
          <p:cNvSpPr>
            <a:spLocks noGrp="1"/>
          </p:cNvSpPr>
          <p:nvPr>
            <p:ph idx="1"/>
          </p:nvPr>
        </p:nvSpPr>
        <p:spPr>
          <a:xfrm>
            <a:off x="804997" y="2272143"/>
            <a:ext cx="4706803" cy="3788830"/>
          </a:xfrm>
        </p:spPr>
        <p:txBody>
          <a:bodyPr anchor="ctr">
            <a:normAutofit/>
          </a:bodyPr>
          <a:lstStyle/>
          <a:p>
            <a:r>
              <a:rPr lang="en-US" sz="2000" dirty="0">
                <a:solidFill>
                  <a:srgbClr val="000000"/>
                </a:solidFill>
              </a:rPr>
              <a:t>In this stage, there will be no order to which you solve the different puzzles before reaching the temple gate.</a:t>
            </a:r>
          </a:p>
          <a:p>
            <a:r>
              <a:rPr lang="en-US" sz="2000" dirty="0">
                <a:solidFill>
                  <a:srgbClr val="000000"/>
                </a:solidFill>
              </a:rPr>
              <a:t>Each merchant stand holds a different story and exciting tale.</a:t>
            </a:r>
          </a:p>
          <a:p>
            <a:r>
              <a:rPr lang="en-US" sz="2000" dirty="0">
                <a:solidFill>
                  <a:srgbClr val="000000"/>
                </a:solidFill>
              </a:rPr>
              <a:t>After this level you will collect spirit fetus.</a:t>
            </a:r>
            <a:endParaRPr lang="en-DE" sz="2000" dirty="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Puppe, Spielzeug, klein, sitzend enthält.&#10;&#10;Automatisch generierte Beschreibung">
            <a:extLst>
              <a:ext uri="{FF2B5EF4-FFF2-40B4-BE49-F238E27FC236}">
                <a16:creationId xmlns:a16="http://schemas.microsoft.com/office/drawing/2014/main" id="{8ECD442D-CC0E-4B21-A108-C187A74C189D}"/>
              </a:ext>
            </a:extLst>
          </p:cNvPr>
          <p:cNvPicPr>
            <a:picLocks noChangeAspect="1"/>
          </p:cNvPicPr>
          <p:nvPr/>
        </p:nvPicPr>
        <p:blipFill rotWithShape="1">
          <a:blip r:embed="rId3">
            <a:extLst>
              <a:ext uri="{28A0092B-C50C-407E-A947-70E740481C1C}">
                <a14:useLocalDpi xmlns:a14="http://schemas.microsoft.com/office/drawing/2010/main" val="0"/>
              </a:ext>
            </a:extLst>
          </a:blip>
          <a:srcRect l="41596" r="1266"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B063FC4D-751C-4831-9BB2-1F67A669EA2C}"/>
              </a:ext>
            </a:extLst>
          </p:cNvPr>
          <p:cNvSpPr/>
          <p:nvPr/>
        </p:nvSpPr>
        <p:spPr>
          <a:xfrm>
            <a:off x="0" y="6492875"/>
            <a:ext cx="7455054" cy="369332"/>
          </a:xfrm>
          <a:prstGeom prst="rect">
            <a:avLst/>
          </a:prstGeom>
        </p:spPr>
        <p:txBody>
          <a:bodyPr wrap="none">
            <a:spAutoFit/>
          </a:bodyPr>
          <a:lstStyle/>
          <a:p>
            <a:pPr>
              <a:spcAft>
                <a:spcPts val="600"/>
              </a:spcAft>
            </a:pPr>
            <a:r>
              <a:rPr lang="en-US" dirty="0"/>
              <a:t>Imen Hellali 2020/2021, </a:t>
            </a:r>
            <a:r>
              <a:rPr lang="en-US" dirty="0" err="1"/>
              <a:t>Otafuku</a:t>
            </a:r>
            <a:r>
              <a:rPr lang="en-US" dirty="0"/>
              <a:t> and </a:t>
            </a:r>
            <a:r>
              <a:rPr lang="en-US" dirty="0" err="1"/>
              <a:t>Hyottoko</a:t>
            </a:r>
            <a:r>
              <a:rPr lang="en-US" dirty="0"/>
              <a:t> by </a:t>
            </a:r>
            <a:r>
              <a:rPr lang="en-US" dirty="0" err="1"/>
              <a:t>bluehand</a:t>
            </a:r>
            <a:r>
              <a:rPr lang="en-US" dirty="0"/>
              <a:t> from Shutterstock</a:t>
            </a:r>
            <a:endParaRPr lang="en-DE" err="1"/>
          </a:p>
        </p:txBody>
      </p:sp>
    </p:spTree>
    <p:extLst>
      <p:ext uri="{BB962C8B-B14F-4D97-AF65-F5344CB8AC3E}">
        <p14:creationId xmlns:p14="http://schemas.microsoft.com/office/powerpoint/2010/main" val="2662550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72225A-A4DA-4728-A016-3159F17E25C0}"/>
              </a:ext>
            </a:extLst>
          </p:cNvPr>
          <p:cNvSpPr>
            <a:spLocks noGrp="1"/>
          </p:cNvSpPr>
          <p:nvPr>
            <p:ph type="title"/>
          </p:nvPr>
        </p:nvSpPr>
        <p:spPr/>
        <p:txBody>
          <a:bodyPr/>
          <a:lstStyle/>
          <a:p>
            <a:r>
              <a:rPr lang="en-US" dirty="0"/>
              <a:t>Puzzles in </a:t>
            </a:r>
            <a:r>
              <a:rPr lang="en-US"/>
              <a:t>Level 7 </a:t>
            </a:r>
            <a:endParaRPr lang="en-DE" dirty="0"/>
          </a:p>
        </p:txBody>
      </p:sp>
      <p:sp>
        <p:nvSpPr>
          <p:cNvPr id="3" name="Inhaltsplatzhalter 2">
            <a:extLst>
              <a:ext uri="{FF2B5EF4-FFF2-40B4-BE49-F238E27FC236}">
                <a16:creationId xmlns:a16="http://schemas.microsoft.com/office/drawing/2014/main" id="{D876C3C1-DA0A-4E71-835A-0501A1AAB6C4}"/>
              </a:ext>
            </a:extLst>
          </p:cNvPr>
          <p:cNvSpPr>
            <a:spLocks noGrp="1"/>
          </p:cNvSpPr>
          <p:nvPr>
            <p:ph idx="1"/>
          </p:nvPr>
        </p:nvSpPr>
        <p:spPr/>
        <p:txBody>
          <a:bodyPr/>
          <a:lstStyle/>
          <a:p>
            <a:r>
              <a:rPr lang="en-US" dirty="0"/>
              <a:t>1. Mask merchant: </a:t>
            </a:r>
          </a:p>
          <a:p>
            <a:pPr lvl="1"/>
            <a:r>
              <a:rPr lang="en-US" dirty="0"/>
              <a:t>Oni:</a:t>
            </a:r>
          </a:p>
          <a:p>
            <a:pPr lvl="1"/>
            <a:r>
              <a:rPr lang="en-US" dirty="0"/>
              <a:t>Onna:</a:t>
            </a:r>
          </a:p>
          <a:p>
            <a:pPr lvl="1"/>
            <a:r>
              <a:rPr lang="en-US" dirty="0"/>
              <a:t>Kitsune:</a:t>
            </a:r>
          </a:p>
          <a:p>
            <a:r>
              <a:rPr lang="en-US" dirty="0"/>
              <a:t>2. Kokeshi merchant:</a:t>
            </a:r>
          </a:p>
          <a:p>
            <a:r>
              <a:rPr lang="en-US" dirty="0"/>
              <a:t>3. Kimono merchant:</a:t>
            </a:r>
          </a:p>
          <a:p>
            <a:r>
              <a:rPr lang="en-US" dirty="0"/>
              <a:t>4. Koi merchant:</a:t>
            </a:r>
            <a:endParaRPr lang="en-DE" dirty="0"/>
          </a:p>
        </p:txBody>
      </p:sp>
      <p:sp>
        <p:nvSpPr>
          <p:cNvPr id="5" name="Rechteck 4">
            <a:extLst>
              <a:ext uri="{FF2B5EF4-FFF2-40B4-BE49-F238E27FC236}">
                <a16:creationId xmlns:a16="http://schemas.microsoft.com/office/drawing/2014/main" id="{C5E97CC2-3BA2-450D-9133-61A97690BC02}"/>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6" name="Picture 6" descr="Jigsaw Puzzle Free PNG Image | PNG All">
            <a:extLst>
              <a:ext uri="{FF2B5EF4-FFF2-40B4-BE49-F238E27FC236}">
                <a16:creationId xmlns:a16="http://schemas.microsoft.com/office/drawing/2014/main" id="{24950A07-D244-49D3-AB64-CB3C6A05A0B2}"/>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496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72225A-A4DA-4728-A016-3159F17E25C0}"/>
              </a:ext>
            </a:extLst>
          </p:cNvPr>
          <p:cNvSpPr>
            <a:spLocks noGrp="1"/>
          </p:cNvSpPr>
          <p:nvPr>
            <p:ph type="title"/>
          </p:nvPr>
        </p:nvSpPr>
        <p:spPr/>
        <p:txBody>
          <a:bodyPr/>
          <a:lstStyle/>
          <a:p>
            <a:r>
              <a:rPr lang="en-US" dirty="0"/>
              <a:t>Story in Level 7</a:t>
            </a:r>
            <a:endParaRPr lang="en-DE" dirty="0"/>
          </a:p>
        </p:txBody>
      </p:sp>
      <p:sp>
        <p:nvSpPr>
          <p:cNvPr id="3" name="Inhaltsplatzhalter 2">
            <a:extLst>
              <a:ext uri="{FF2B5EF4-FFF2-40B4-BE49-F238E27FC236}">
                <a16:creationId xmlns:a16="http://schemas.microsoft.com/office/drawing/2014/main" id="{D876C3C1-DA0A-4E71-835A-0501A1AAB6C4}"/>
              </a:ext>
            </a:extLst>
          </p:cNvPr>
          <p:cNvSpPr>
            <a:spLocks noGrp="1"/>
          </p:cNvSpPr>
          <p:nvPr>
            <p:ph idx="1"/>
          </p:nvPr>
        </p:nvSpPr>
        <p:spPr/>
        <p:txBody>
          <a:bodyPr/>
          <a:lstStyle/>
          <a:p>
            <a:r>
              <a:rPr lang="en-US" dirty="0"/>
              <a:t>1. Oni masks:</a:t>
            </a:r>
          </a:p>
          <a:p>
            <a:r>
              <a:rPr lang="en-US" dirty="0"/>
              <a:t>2. Onna masks:</a:t>
            </a:r>
          </a:p>
          <a:p>
            <a:r>
              <a:rPr lang="en-US" dirty="0"/>
              <a:t>3. Kitsune masks:</a:t>
            </a:r>
          </a:p>
          <a:p>
            <a:r>
              <a:rPr lang="en-US" dirty="0"/>
              <a:t>4. Kokeshi doll: </a:t>
            </a:r>
          </a:p>
          <a:p>
            <a:r>
              <a:rPr lang="en-US" dirty="0"/>
              <a:t>5. Kimonos: kimono cloth wrapping people folktale</a:t>
            </a:r>
          </a:p>
          <a:p>
            <a:r>
              <a:rPr lang="en-US" dirty="0"/>
              <a:t>6. Koi: kappa folktale</a:t>
            </a:r>
            <a:endParaRPr lang="en-DE" dirty="0"/>
          </a:p>
        </p:txBody>
      </p:sp>
      <p:pic>
        <p:nvPicPr>
          <p:cNvPr id="5" name="Grafik 4" descr="Ein Bild, das Tisch, sitzend, aus Holz, grün enthält.&#10;&#10;Automatisch generierte Beschreibung">
            <a:extLst>
              <a:ext uri="{FF2B5EF4-FFF2-40B4-BE49-F238E27FC236}">
                <a16:creationId xmlns:a16="http://schemas.microsoft.com/office/drawing/2014/main" id="{491E5E03-C647-43B3-8908-234AC8157A44}"/>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6" name="Rechteck 5">
            <a:extLst>
              <a:ext uri="{FF2B5EF4-FFF2-40B4-BE49-F238E27FC236}">
                <a16:creationId xmlns:a16="http://schemas.microsoft.com/office/drawing/2014/main" id="{F2ED1E09-A239-48EC-B5C2-EBD8A7366005}"/>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1013684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DCB9CA23-E868-4731-B477-C3797AE564FE}"/>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8: Spirit Houses</a:t>
            </a:r>
            <a:endParaRPr lang="en-DE">
              <a:solidFill>
                <a:srgbClr val="000000"/>
              </a:solidFill>
            </a:endParaRPr>
          </a:p>
        </p:txBody>
      </p:sp>
      <p:sp>
        <p:nvSpPr>
          <p:cNvPr id="3" name="Inhaltsplatzhalter 2">
            <a:extLst>
              <a:ext uri="{FF2B5EF4-FFF2-40B4-BE49-F238E27FC236}">
                <a16:creationId xmlns:a16="http://schemas.microsoft.com/office/drawing/2014/main" id="{FF3F2356-7D5F-43A2-BC9E-0C7600433F24}"/>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This is last stage that will lead you to the temple.</a:t>
            </a:r>
          </a:p>
          <a:p>
            <a:r>
              <a:rPr lang="en-US" sz="2000">
                <a:solidFill>
                  <a:srgbClr val="000000"/>
                </a:solidFill>
              </a:rPr>
              <a:t>You will understand the different Japanese architectural objects you always see in front of the temple and story behind them.</a:t>
            </a:r>
          </a:p>
          <a:p>
            <a:r>
              <a:rPr lang="en-US" sz="2000">
                <a:solidFill>
                  <a:srgbClr val="000000"/>
                </a:solidFill>
              </a:rPr>
              <a:t>In this Level you will collect a spirit house.</a:t>
            </a:r>
            <a:endParaRPr lang="en-DE" sz="2000">
              <a:solidFill>
                <a:srgbClr val="000000"/>
              </a:solidFill>
            </a:endParaRPr>
          </a:p>
          <a:p>
            <a:endParaRPr lang="en-DE" sz="2000">
              <a:solidFill>
                <a:srgbClr val="000000"/>
              </a:solidFill>
            </a:endParaRPr>
          </a:p>
        </p:txBody>
      </p:sp>
      <p:sp>
        <p:nvSpPr>
          <p:cNvPr id="24"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Grafik 7" descr="Ein Bild, das Wasser, draußen, Natur, Teich enthält.&#10;&#10;Automatisch generierte Beschreibung">
            <a:extLst>
              <a:ext uri="{FF2B5EF4-FFF2-40B4-BE49-F238E27FC236}">
                <a16:creationId xmlns:a16="http://schemas.microsoft.com/office/drawing/2014/main" id="{96853771-3517-4BDC-82B2-6C21FC15ED50}"/>
              </a:ext>
            </a:extLst>
          </p:cNvPr>
          <p:cNvPicPr>
            <a:picLocks noChangeAspect="1"/>
          </p:cNvPicPr>
          <p:nvPr/>
        </p:nvPicPr>
        <p:blipFill rotWithShape="1">
          <a:blip r:embed="rId3">
            <a:extLst>
              <a:ext uri="{28A0092B-C50C-407E-A947-70E740481C1C}">
                <a14:useLocalDpi xmlns:a14="http://schemas.microsoft.com/office/drawing/2010/main" val="0"/>
              </a:ext>
            </a:extLst>
          </a:blip>
          <a:srcRect l="21658" r="16209"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3DEF8E5C-3786-426C-B9BD-DDD9A7FFBBE3}"/>
              </a:ext>
            </a:extLst>
          </p:cNvPr>
          <p:cNvSpPr/>
          <p:nvPr/>
        </p:nvSpPr>
        <p:spPr>
          <a:xfrm>
            <a:off x="0" y="6492875"/>
            <a:ext cx="7720127" cy="369332"/>
          </a:xfrm>
          <a:prstGeom prst="rect">
            <a:avLst/>
          </a:prstGeom>
        </p:spPr>
        <p:txBody>
          <a:bodyPr wrap="none">
            <a:spAutoFit/>
          </a:bodyPr>
          <a:lstStyle/>
          <a:p>
            <a:pPr>
              <a:spcAft>
                <a:spcPts val="600"/>
              </a:spcAft>
            </a:pPr>
            <a:r>
              <a:rPr lang="en-US" dirty="0"/>
              <a:t>Imen Hellali 2020/2021, Photos of a Shinto Shrine in </a:t>
            </a:r>
            <a:r>
              <a:rPr lang="en-US" dirty="0" err="1"/>
              <a:t>Nakasato</a:t>
            </a:r>
            <a:r>
              <a:rPr lang="en-US" dirty="0"/>
              <a:t> by </a:t>
            </a:r>
            <a:r>
              <a:rPr lang="en-US" dirty="0" err="1"/>
              <a:t>darby</a:t>
            </a:r>
            <a:r>
              <a:rPr lang="en-US" dirty="0"/>
              <a:t> </a:t>
            </a:r>
            <a:r>
              <a:rPr lang="en-US" dirty="0" err="1"/>
              <a:t>sawchuk</a:t>
            </a:r>
            <a:endParaRPr lang="en-DE" err="1"/>
          </a:p>
        </p:txBody>
      </p:sp>
    </p:spTree>
    <p:extLst>
      <p:ext uri="{BB962C8B-B14F-4D97-AF65-F5344CB8AC3E}">
        <p14:creationId xmlns:p14="http://schemas.microsoft.com/office/powerpoint/2010/main" val="320215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9CA23-E868-4731-B477-C3797AE564FE}"/>
              </a:ext>
            </a:extLst>
          </p:cNvPr>
          <p:cNvSpPr>
            <a:spLocks noGrp="1"/>
          </p:cNvSpPr>
          <p:nvPr>
            <p:ph type="title"/>
          </p:nvPr>
        </p:nvSpPr>
        <p:spPr/>
        <p:txBody>
          <a:bodyPr/>
          <a:lstStyle/>
          <a:p>
            <a:r>
              <a:rPr lang="en-US" dirty="0"/>
              <a:t>Puzzles in Level 8</a:t>
            </a:r>
            <a:endParaRPr lang="en-DE" dirty="0"/>
          </a:p>
        </p:txBody>
      </p:sp>
      <p:sp>
        <p:nvSpPr>
          <p:cNvPr id="3" name="Inhaltsplatzhalter 2">
            <a:extLst>
              <a:ext uri="{FF2B5EF4-FFF2-40B4-BE49-F238E27FC236}">
                <a16:creationId xmlns:a16="http://schemas.microsoft.com/office/drawing/2014/main" id="{FF3F2356-7D5F-43A2-BC9E-0C7600433F24}"/>
              </a:ext>
            </a:extLst>
          </p:cNvPr>
          <p:cNvSpPr>
            <a:spLocks noGrp="1"/>
          </p:cNvSpPr>
          <p:nvPr>
            <p:ph idx="1"/>
          </p:nvPr>
        </p:nvSpPr>
        <p:spPr/>
        <p:txBody>
          <a:bodyPr/>
          <a:lstStyle/>
          <a:p>
            <a:r>
              <a:rPr lang="en-US" dirty="0"/>
              <a:t>1. You must collect rocks and stack them as a wish tower</a:t>
            </a:r>
          </a:p>
          <a:p>
            <a:r>
              <a:rPr lang="en-US" dirty="0"/>
              <a:t>2. You must kneel and make a wish</a:t>
            </a:r>
          </a:p>
          <a:p>
            <a:r>
              <a:rPr lang="en-US" dirty="0"/>
              <a:t>3. Different Omikuji will appear that you must pull down following a certain pattern (instant feedback to indicate correctly pulled Omikuji by saying the meaning behind the written fortune/curse, or wrong move by a buzzer beep. With each wrong pull you must start the sequence from the start. No other indications will be handed)</a:t>
            </a:r>
          </a:p>
          <a:p>
            <a:r>
              <a:rPr lang="en-US" dirty="0"/>
              <a:t>4. Afterwards these different Omikuji are added to your inventory and you must place them in front of the corresponding spirit house.</a:t>
            </a:r>
            <a:endParaRPr lang="en-DE" dirty="0"/>
          </a:p>
        </p:txBody>
      </p:sp>
      <p:sp>
        <p:nvSpPr>
          <p:cNvPr id="5" name="Rechteck 4">
            <a:extLst>
              <a:ext uri="{FF2B5EF4-FFF2-40B4-BE49-F238E27FC236}">
                <a16:creationId xmlns:a16="http://schemas.microsoft.com/office/drawing/2014/main" id="{0BD5ADB8-7AAC-4AD3-B700-9C908BA39B60}"/>
              </a:ext>
            </a:extLst>
          </p:cNvPr>
          <p:cNvSpPr/>
          <p:nvPr/>
        </p:nvSpPr>
        <p:spPr>
          <a:xfrm>
            <a:off x="0" y="6492875"/>
            <a:ext cx="5296322" cy="369332"/>
          </a:xfrm>
          <a:prstGeom prst="rect">
            <a:avLst/>
          </a:prstGeom>
        </p:spPr>
        <p:txBody>
          <a:bodyPr wrap="none">
            <a:spAutoFit/>
          </a:bodyPr>
          <a:lstStyle/>
          <a:p>
            <a:r>
              <a:rPr lang="en-US" dirty="0"/>
              <a:t>Imen Hellali 2020/2021, Puzzle jigsaw from pngall.com</a:t>
            </a:r>
            <a:endParaRPr lang="en-DE" dirty="0" err="1"/>
          </a:p>
        </p:txBody>
      </p:sp>
      <p:pic>
        <p:nvPicPr>
          <p:cNvPr id="6" name="Picture 6" descr="Jigsaw Puzzle Free PNG Image | PNG All">
            <a:extLst>
              <a:ext uri="{FF2B5EF4-FFF2-40B4-BE49-F238E27FC236}">
                <a16:creationId xmlns:a16="http://schemas.microsoft.com/office/drawing/2014/main" id="{4D746E85-4E47-4038-BCF4-4DF6B527B1EC}"/>
              </a:ext>
            </a:extLst>
          </p:cNvPr>
          <p:cNvPicPr>
            <a:picLocks noChangeAspect="1" noChangeArrowheads="1"/>
          </p:cNvPicPr>
          <p:nvPr/>
        </p:nvPicPr>
        <p:blipFill>
          <a:blip r:embed="rId2">
            <a:alphaModFix amt="21000"/>
            <a:extLst>
              <a:ext uri="{BEBA8EAE-BF5A-486C-A8C5-ECC9F3942E4B}">
                <a14:imgProps xmlns:a14="http://schemas.microsoft.com/office/drawing/2010/main">
                  <a14:imgLayer r:embed="rId3">
                    <a14:imgEffect>
                      <a14:saturation sat="3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596584" y="-70416"/>
            <a:ext cx="6998832" cy="6998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968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9CA23-E868-4731-B477-C3797AE564FE}"/>
              </a:ext>
            </a:extLst>
          </p:cNvPr>
          <p:cNvSpPr>
            <a:spLocks noGrp="1"/>
          </p:cNvSpPr>
          <p:nvPr>
            <p:ph type="title"/>
          </p:nvPr>
        </p:nvSpPr>
        <p:spPr/>
        <p:txBody>
          <a:bodyPr/>
          <a:lstStyle/>
          <a:p>
            <a:r>
              <a:rPr lang="en-US" dirty="0"/>
              <a:t>Story in Level 8</a:t>
            </a:r>
            <a:endParaRPr lang="en-DE" dirty="0"/>
          </a:p>
        </p:txBody>
      </p:sp>
      <p:sp>
        <p:nvSpPr>
          <p:cNvPr id="3" name="Inhaltsplatzhalter 2">
            <a:extLst>
              <a:ext uri="{FF2B5EF4-FFF2-40B4-BE49-F238E27FC236}">
                <a16:creationId xmlns:a16="http://schemas.microsoft.com/office/drawing/2014/main" id="{FF3F2356-7D5F-43A2-BC9E-0C7600433F24}"/>
              </a:ext>
            </a:extLst>
          </p:cNvPr>
          <p:cNvSpPr>
            <a:spLocks noGrp="1"/>
          </p:cNvSpPr>
          <p:nvPr>
            <p:ph idx="1"/>
          </p:nvPr>
        </p:nvSpPr>
        <p:spPr/>
        <p:txBody>
          <a:bodyPr/>
          <a:lstStyle/>
          <a:p>
            <a:r>
              <a:rPr lang="en-US" dirty="0"/>
              <a:t>Omikuji </a:t>
            </a:r>
            <a:r>
              <a:rPr lang="ja-JP" altLang="en-US" dirty="0"/>
              <a:t>おみくじ </a:t>
            </a:r>
            <a:r>
              <a:rPr lang="en-US" dirty="0"/>
              <a:t>: fortunes written on paper stripes that belong to the Shinto religion. Each Omikuji will connect to a certain spirit.</a:t>
            </a:r>
          </a:p>
          <a:p>
            <a:r>
              <a:rPr lang="en-US" dirty="0"/>
              <a:t>1. Kodama </a:t>
            </a:r>
            <a:r>
              <a:rPr lang="ko-KR" altLang="en-US" dirty="0"/>
              <a:t>木霊 </a:t>
            </a:r>
            <a:r>
              <a:rPr lang="en-US" altLang="ko-KR" dirty="0"/>
              <a:t>:</a:t>
            </a:r>
          </a:p>
          <a:p>
            <a:r>
              <a:rPr lang="en-US" dirty="0"/>
              <a:t>2. Yamabiko </a:t>
            </a:r>
            <a:r>
              <a:rPr lang="ko-KR" altLang="en-US" dirty="0"/>
              <a:t>山彦</a:t>
            </a:r>
            <a:r>
              <a:rPr lang="en-US" altLang="ko-KR" dirty="0"/>
              <a:t>:</a:t>
            </a:r>
          </a:p>
          <a:p>
            <a:r>
              <a:rPr lang="en-US" dirty="0"/>
              <a:t>3. </a:t>
            </a:r>
            <a:r>
              <a:rPr lang="de-DE" dirty="0"/>
              <a:t>Noderabō </a:t>
            </a:r>
            <a:r>
              <a:rPr lang="ko-KR" altLang="en-US" dirty="0"/>
              <a:t>野寺坊</a:t>
            </a:r>
            <a:r>
              <a:rPr lang="en-US" altLang="ko-KR" dirty="0"/>
              <a:t>:</a:t>
            </a:r>
          </a:p>
          <a:p>
            <a:r>
              <a:rPr lang="en-US" altLang="ko-KR" dirty="0"/>
              <a:t>4. Jorōgumo </a:t>
            </a:r>
            <a:r>
              <a:rPr lang="ko-KR" altLang="en-US" dirty="0"/>
              <a:t>絡新婦</a:t>
            </a:r>
            <a:r>
              <a:rPr lang="en-US" altLang="ko-KR" dirty="0"/>
              <a:t>:</a:t>
            </a:r>
          </a:p>
          <a:p>
            <a:endParaRPr lang="ko-KR" altLang="en-US" dirty="0"/>
          </a:p>
        </p:txBody>
      </p:sp>
      <p:pic>
        <p:nvPicPr>
          <p:cNvPr id="5" name="Grafik 4" descr="Ein Bild, das Tisch, sitzend, aus Holz, grün enthält.&#10;&#10;Automatisch generierte Beschreibung">
            <a:extLst>
              <a:ext uri="{FF2B5EF4-FFF2-40B4-BE49-F238E27FC236}">
                <a16:creationId xmlns:a16="http://schemas.microsoft.com/office/drawing/2014/main" id="{7FCED873-52DB-4AAF-B1D9-0365800B08E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6" name="Rechteck 5">
            <a:extLst>
              <a:ext uri="{FF2B5EF4-FFF2-40B4-BE49-F238E27FC236}">
                <a16:creationId xmlns:a16="http://schemas.microsoft.com/office/drawing/2014/main" id="{3D3B6FE9-31AE-466C-B51C-57409888BBDB}"/>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881633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FEF45C60-9B75-4FE7-A2ED-D749AE075224}"/>
              </a:ext>
            </a:extLst>
          </p:cNvPr>
          <p:cNvSpPr>
            <a:spLocks noGrp="1"/>
          </p:cNvSpPr>
          <p:nvPr>
            <p:ph type="title"/>
          </p:nvPr>
        </p:nvSpPr>
        <p:spPr>
          <a:xfrm>
            <a:off x="804998" y="798445"/>
            <a:ext cx="4803636" cy="1311664"/>
          </a:xfrm>
        </p:spPr>
        <p:txBody>
          <a:bodyPr>
            <a:normAutofit/>
          </a:bodyPr>
          <a:lstStyle/>
          <a:p>
            <a:r>
              <a:rPr lang="en-US">
                <a:solidFill>
                  <a:srgbClr val="000000"/>
                </a:solidFill>
              </a:rPr>
              <a:t>Level 9: Temple</a:t>
            </a:r>
            <a:endParaRPr lang="en-DE">
              <a:solidFill>
                <a:srgbClr val="000000"/>
              </a:solidFill>
            </a:endParaRPr>
          </a:p>
        </p:txBody>
      </p:sp>
      <p:sp>
        <p:nvSpPr>
          <p:cNvPr id="3" name="Inhaltsplatzhalter 2">
            <a:extLst>
              <a:ext uri="{FF2B5EF4-FFF2-40B4-BE49-F238E27FC236}">
                <a16:creationId xmlns:a16="http://schemas.microsoft.com/office/drawing/2014/main" id="{56E5F139-6DB8-42AE-9759-24A525F4502D}"/>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The temple is your gateway to buddha’s world, where you will be resurrected as a human in the human world.</a:t>
            </a:r>
          </a:p>
          <a:p>
            <a:r>
              <a:rPr lang="en-US" sz="2000">
                <a:solidFill>
                  <a:srgbClr val="000000"/>
                </a:solidFill>
              </a:rPr>
              <a:t>In this stage you will understand the message and the story behind why you were brought to the spirit world.</a:t>
            </a:r>
          </a:p>
          <a:p>
            <a:r>
              <a:rPr lang="en-US" sz="2000">
                <a:solidFill>
                  <a:srgbClr val="000000"/>
                </a:solidFill>
              </a:rPr>
              <a:t>You will use you collected objects from each level and feed it to the spirit (the forgotten god).</a:t>
            </a:r>
          </a:p>
          <a:p>
            <a:r>
              <a:rPr lang="en-US" sz="2000">
                <a:solidFill>
                  <a:srgbClr val="000000"/>
                </a:solidFill>
              </a:rPr>
              <a:t>This level will guide you back to the main menu and finish up the game.</a:t>
            </a:r>
            <a:endParaRPr lang="en-DE" sz="2000">
              <a:solidFill>
                <a:srgbClr val="000000"/>
              </a:solidFill>
            </a:endParaRPr>
          </a:p>
        </p:txBody>
      </p:sp>
      <p:sp>
        <p:nvSpPr>
          <p:cNvPr id="15"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fik 5" descr="Ein Bild, das draußen, Gebäude, Gras, aus Holz enthält.&#10;&#10;Automatisch generierte Beschreibung">
            <a:extLst>
              <a:ext uri="{FF2B5EF4-FFF2-40B4-BE49-F238E27FC236}">
                <a16:creationId xmlns:a16="http://schemas.microsoft.com/office/drawing/2014/main" id="{07396733-CDA8-4D72-A71D-8472E3C8EEF4}"/>
              </a:ext>
            </a:extLst>
          </p:cNvPr>
          <p:cNvPicPr>
            <a:picLocks noChangeAspect="1"/>
          </p:cNvPicPr>
          <p:nvPr/>
        </p:nvPicPr>
        <p:blipFill rotWithShape="1">
          <a:blip r:embed="rId3">
            <a:extLst>
              <a:ext uri="{28A0092B-C50C-407E-A947-70E740481C1C}">
                <a14:useLocalDpi xmlns:a14="http://schemas.microsoft.com/office/drawing/2010/main" val="0"/>
              </a:ext>
            </a:extLst>
          </a:blip>
          <a:srcRect l="18780" r="23648"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4" name="Rechteck 3">
            <a:extLst>
              <a:ext uri="{FF2B5EF4-FFF2-40B4-BE49-F238E27FC236}">
                <a16:creationId xmlns:a16="http://schemas.microsoft.com/office/drawing/2014/main" id="{3F00FA7D-8057-4E48-A420-6AB5B31ACE02}"/>
              </a:ext>
            </a:extLst>
          </p:cNvPr>
          <p:cNvSpPr/>
          <p:nvPr/>
        </p:nvSpPr>
        <p:spPr>
          <a:xfrm>
            <a:off x="0" y="6492875"/>
            <a:ext cx="9162445" cy="369332"/>
          </a:xfrm>
          <a:prstGeom prst="rect">
            <a:avLst/>
          </a:prstGeom>
        </p:spPr>
        <p:txBody>
          <a:bodyPr wrap="none">
            <a:spAutoFit/>
          </a:bodyPr>
          <a:lstStyle/>
          <a:p>
            <a:pPr>
              <a:spcAft>
                <a:spcPts val="600"/>
              </a:spcAft>
            </a:pPr>
            <a:r>
              <a:rPr lang="en-US" dirty="0"/>
              <a:t>Imen Hellali 2020/2021, Roadside Shinto Shrine, Nikko, Japan September 16, 2013 by Tom </a:t>
            </a:r>
            <a:r>
              <a:rPr lang="en-US" dirty="0" err="1"/>
              <a:t>Bartel</a:t>
            </a:r>
            <a:endParaRPr lang="en-DE" err="1"/>
          </a:p>
        </p:txBody>
      </p:sp>
    </p:spTree>
    <p:extLst>
      <p:ext uri="{BB962C8B-B14F-4D97-AF65-F5344CB8AC3E}">
        <p14:creationId xmlns:p14="http://schemas.microsoft.com/office/powerpoint/2010/main" val="4008705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45C60-9B75-4FE7-A2ED-D749AE075224}"/>
              </a:ext>
            </a:extLst>
          </p:cNvPr>
          <p:cNvSpPr>
            <a:spLocks noGrp="1"/>
          </p:cNvSpPr>
          <p:nvPr>
            <p:ph type="title"/>
          </p:nvPr>
        </p:nvSpPr>
        <p:spPr/>
        <p:txBody>
          <a:bodyPr/>
          <a:lstStyle/>
          <a:p>
            <a:r>
              <a:rPr lang="en-US" dirty="0"/>
              <a:t>Story in Level 9</a:t>
            </a:r>
            <a:endParaRPr lang="en-DE" dirty="0"/>
          </a:p>
        </p:txBody>
      </p:sp>
      <p:sp>
        <p:nvSpPr>
          <p:cNvPr id="3" name="Inhaltsplatzhalter 2">
            <a:extLst>
              <a:ext uri="{FF2B5EF4-FFF2-40B4-BE49-F238E27FC236}">
                <a16:creationId xmlns:a16="http://schemas.microsoft.com/office/drawing/2014/main" id="{56E5F139-6DB8-42AE-9759-24A525F4502D}"/>
              </a:ext>
            </a:extLst>
          </p:cNvPr>
          <p:cNvSpPr>
            <a:spLocks noGrp="1"/>
          </p:cNvSpPr>
          <p:nvPr>
            <p:ph idx="1"/>
          </p:nvPr>
        </p:nvSpPr>
        <p:spPr/>
        <p:txBody>
          <a:bodyPr/>
          <a:lstStyle/>
          <a:p>
            <a:r>
              <a:rPr lang="en-US" dirty="0"/>
              <a:t>Spirit will eat koi to start glowing and show its true shape.</a:t>
            </a:r>
          </a:p>
          <a:p>
            <a:r>
              <a:rPr lang="en-US" dirty="0"/>
              <a:t>Spirit will eat strings to start talking.</a:t>
            </a:r>
          </a:p>
          <a:p>
            <a:r>
              <a:rPr lang="en-US" dirty="0"/>
              <a:t>Spirit will eat spirit fetus to gain energy and power to bring you out of the spirit world.</a:t>
            </a:r>
          </a:p>
          <a:p>
            <a:r>
              <a:rPr lang="en-US" dirty="0"/>
              <a:t>Spirit will eat colors to  display its true nature.</a:t>
            </a:r>
          </a:p>
          <a:p>
            <a:r>
              <a:rPr lang="en-US" dirty="0"/>
              <a:t>Spirit will reside in the shrine to keep its name alive.</a:t>
            </a:r>
            <a:endParaRPr lang="en-DE" dirty="0"/>
          </a:p>
        </p:txBody>
      </p:sp>
      <p:pic>
        <p:nvPicPr>
          <p:cNvPr id="5" name="Grafik 4" descr="Ein Bild, das Tisch, sitzend, aus Holz, grün enthält.&#10;&#10;Automatisch generierte Beschreibung">
            <a:extLst>
              <a:ext uri="{FF2B5EF4-FFF2-40B4-BE49-F238E27FC236}">
                <a16:creationId xmlns:a16="http://schemas.microsoft.com/office/drawing/2014/main" id="{8115F2D6-4AC7-41D5-9203-CD3DF0E5850A}"/>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8800"/>
                    </a14:imgEffect>
                    <a14:imgEffect>
                      <a14:saturation sat="3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10971" y="0"/>
            <a:ext cx="7170057" cy="7170057"/>
          </a:xfrm>
          <a:prstGeom prst="rect">
            <a:avLst/>
          </a:prstGeom>
        </p:spPr>
      </p:pic>
      <p:sp>
        <p:nvSpPr>
          <p:cNvPr id="6" name="Rechteck 5">
            <a:extLst>
              <a:ext uri="{FF2B5EF4-FFF2-40B4-BE49-F238E27FC236}">
                <a16:creationId xmlns:a16="http://schemas.microsoft.com/office/drawing/2014/main" id="{CA185111-915A-4291-9DDA-264255FE8414}"/>
              </a:ext>
            </a:extLst>
          </p:cNvPr>
          <p:cNvSpPr/>
          <p:nvPr/>
        </p:nvSpPr>
        <p:spPr>
          <a:xfrm>
            <a:off x="0" y="6492875"/>
            <a:ext cx="4632166" cy="369332"/>
          </a:xfrm>
          <a:prstGeom prst="rect">
            <a:avLst/>
          </a:prstGeom>
        </p:spPr>
        <p:txBody>
          <a:bodyPr wrap="none">
            <a:spAutoFit/>
          </a:bodyPr>
          <a:lstStyle/>
          <a:p>
            <a:r>
              <a:rPr lang="en-US" dirty="0"/>
              <a:t>Imen Hellali 2020/2021, Books from pngall.com</a:t>
            </a:r>
            <a:endParaRPr lang="en-DE" dirty="0" err="1"/>
          </a:p>
        </p:txBody>
      </p:sp>
    </p:spTree>
    <p:extLst>
      <p:ext uri="{BB962C8B-B14F-4D97-AF65-F5344CB8AC3E}">
        <p14:creationId xmlns:p14="http://schemas.microsoft.com/office/powerpoint/2010/main" val="1734950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6C63FA4B-14AE-4968-8A7B-85219BE0B2B4}"/>
              </a:ext>
            </a:extLst>
          </p:cNvPr>
          <p:cNvSpPr>
            <a:spLocks noGrp="1"/>
          </p:cNvSpPr>
          <p:nvPr>
            <p:ph type="title"/>
          </p:nvPr>
        </p:nvSpPr>
        <p:spPr>
          <a:xfrm>
            <a:off x="804998" y="798445"/>
            <a:ext cx="4803636" cy="1311664"/>
          </a:xfrm>
        </p:spPr>
        <p:txBody>
          <a:bodyPr>
            <a:normAutofit/>
          </a:bodyPr>
          <a:lstStyle/>
          <a:p>
            <a:r>
              <a:rPr lang="en-US">
                <a:solidFill>
                  <a:srgbClr val="000000"/>
                </a:solidFill>
              </a:rPr>
              <a:t>Characters:</a:t>
            </a:r>
            <a:endParaRPr lang="en-DE">
              <a:solidFill>
                <a:srgbClr val="000000"/>
              </a:solidFill>
            </a:endParaRPr>
          </a:p>
        </p:txBody>
      </p:sp>
      <p:sp>
        <p:nvSpPr>
          <p:cNvPr id="3" name="Inhaltsplatzhalter 2">
            <a:extLst>
              <a:ext uri="{FF2B5EF4-FFF2-40B4-BE49-F238E27FC236}">
                <a16:creationId xmlns:a16="http://schemas.microsoft.com/office/drawing/2014/main" id="{57E7AB36-BD5A-49D3-9DC1-8B3646870264}"/>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1. Yume </a:t>
            </a:r>
            <a:r>
              <a:rPr lang="ko-KR" altLang="en-US" sz="2000">
                <a:solidFill>
                  <a:srgbClr val="000000"/>
                </a:solidFill>
              </a:rPr>
              <a:t>夢 </a:t>
            </a:r>
            <a:r>
              <a:rPr lang="en-US" altLang="ko-KR" sz="2000">
                <a:solidFill>
                  <a:srgbClr val="000000"/>
                </a:solidFill>
              </a:rPr>
              <a:t>: meaning dream, the person who will guide you and narrate some of the stories.</a:t>
            </a:r>
          </a:p>
          <a:p>
            <a:r>
              <a:rPr lang="en-US" sz="2000">
                <a:solidFill>
                  <a:srgbClr val="000000"/>
                </a:solidFill>
              </a:rPr>
              <a:t>2. Kamiumi </a:t>
            </a:r>
            <a:r>
              <a:rPr lang="ko-KR" altLang="en-US" sz="2000">
                <a:solidFill>
                  <a:srgbClr val="000000"/>
                </a:solidFill>
              </a:rPr>
              <a:t>神産</a:t>
            </a:r>
            <a:r>
              <a:rPr lang="ja-JP" altLang="en-US" sz="2000">
                <a:solidFill>
                  <a:srgbClr val="000000"/>
                </a:solidFill>
              </a:rPr>
              <a:t>み</a:t>
            </a:r>
            <a:r>
              <a:rPr lang="en-US" altLang="ja-JP" sz="2000">
                <a:solidFill>
                  <a:srgbClr val="000000"/>
                </a:solidFill>
              </a:rPr>
              <a:t>: meaning god born, the god (kami) you are trying to bring back to life to bring you back to the living realm.</a:t>
            </a:r>
          </a:p>
          <a:p>
            <a:endParaRPr lang="en-DE" sz="2000">
              <a:solidFill>
                <a:srgbClr val="000000"/>
              </a:solidFill>
            </a:endParaRPr>
          </a:p>
        </p:txBody>
      </p:sp>
      <p:sp>
        <p:nvSpPr>
          <p:cNvPr id="14"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fik 4" descr="Ein Bild, das Blume, Zeichnung enthält.&#10;&#10;Automatisch generierte Beschreibung">
            <a:extLst>
              <a:ext uri="{FF2B5EF4-FFF2-40B4-BE49-F238E27FC236}">
                <a16:creationId xmlns:a16="http://schemas.microsoft.com/office/drawing/2014/main" id="{069EB35F-1DE2-46AC-A196-8B81212E78FB}"/>
              </a:ext>
            </a:extLst>
          </p:cNvPr>
          <p:cNvPicPr>
            <a:picLocks noChangeAspect="1"/>
          </p:cNvPicPr>
          <p:nvPr/>
        </p:nvPicPr>
        <p:blipFill rotWithShape="1">
          <a:blip r:embed="rId3">
            <a:extLst>
              <a:ext uri="{28A0092B-C50C-407E-A947-70E740481C1C}">
                <a14:useLocalDpi xmlns:a14="http://schemas.microsoft.com/office/drawing/2010/main" val="0"/>
              </a:ext>
            </a:extLst>
          </a:blip>
          <a:srcRect l="26639" r="29911"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9" name="Rechteck 8">
            <a:extLst>
              <a:ext uri="{FF2B5EF4-FFF2-40B4-BE49-F238E27FC236}">
                <a16:creationId xmlns:a16="http://schemas.microsoft.com/office/drawing/2014/main" id="{D91ACD05-0824-4135-9109-D32A33557EC0}"/>
              </a:ext>
            </a:extLst>
          </p:cNvPr>
          <p:cNvSpPr/>
          <p:nvPr/>
        </p:nvSpPr>
        <p:spPr>
          <a:xfrm>
            <a:off x="0" y="6492875"/>
            <a:ext cx="2377574" cy="369332"/>
          </a:xfrm>
          <a:prstGeom prst="rect">
            <a:avLst/>
          </a:prstGeom>
        </p:spPr>
        <p:txBody>
          <a:bodyPr wrap="none">
            <a:spAutoFit/>
          </a:bodyPr>
          <a:lstStyle/>
          <a:p>
            <a:pPr>
              <a:spcAft>
                <a:spcPts val="600"/>
              </a:spcAft>
            </a:pPr>
            <a:r>
              <a:rPr lang="en-US" dirty="0"/>
              <a:t>Imen Hellali 2020/2021</a:t>
            </a:r>
            <a:endParaRPr lang="en-DE" dirty="0"/>
          </a:p>
        </p:txBody>
      </p:sp>
    </p:spTree>
    <p:extLst>
      <p:ext uri="{BB962C8B-B14F-4D97-AF65-F5344CB8AC3E}">
        <p14:creationId xmlns:p14="http://schemas.microsoft.com/office/powerpoint/2010/main" val="639202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el 1">
            <a:extLst>
              <a:ext uri="{FF2B5EF4-FFF2-40B4-BE49-F238E27FC236}">
                <a16:creationId xmlns:a16="http://schemas.microsoft.com/office/drawing/2014/main" id="{AE130078-E306-4DAE-B716-F709DDD6180A}"/>
              </a:ext>
            </a:extLst>
          </p:cNvPr>
          <p:cNvSpPr>
            <a:spLocks noGrp="1"/>
          </p:cNvSpPr>
          <p:nvPr>
            <p:ph type="title"/>
          </p:nvPr>
        </p:nvSpPr>
        <p:spPr>
          <a:xfrm>
            <a:off x="804998" y="798445"/>
            <a:ext cx="4803636" cy="1311664"/>
          </a:xfrm>
        </p:spPr>
        <p:txBody>
          <a:bodyPr>
            <a:normAutofit/>
          </a:bodyPr>
          <a:lstStyle/>
          <a:p>
            <a:r>
              <a:rPr lang="en-US">
                <a:solidFill>
                  <a:srgbClr val="000000"/>
                </a:solidFill>
              </a:rPr>
              <a:t>Bonus ?</a:t>
            </a:r>
            <a:endParaRPr lang="en-DE">
              <a:solidFill>
                <a:srgbClr val="000000"/>
              </a:solidFill>
            </a:endParaRPr>
          </a:p>
        </p:txBody>
      </p:sp>
      <p:sp>
        <p:nvSpPr>
          <p:cNvPr id="3" name="Inhaltsplatzhalter 2">
            <a:extLst>
              <a:ext uri="{FF2B5EF4-FFF2-40B4-BE49-F238E27FC236}">
                <a16:creationId xmlns:a16="http://schemas.microsoft.com/office/drawing/2014/main" id="{5BDA444F-AD59-417E-AA02-A07BA3D3B92B}"/>
              </a:ext>
            </a:extLst>
          </p:cNvPr>
          <p:cNvSpPr>
            <a:spLocks noGrp="1"/>
          </p:cNvSpPr>
          <p:nvPr>
            <p:ph idx="1"/>
          </p:nvPr>
        </p:nvSpPr>
        <p:spPr>
          <a:xfrm>
            <a:off x="804997" y="2272143"/>
            <a:ext cx="4706803" cy="3788830"/>
          </a:xfrm>
        </p:spPr>
        <p:txBody>
          <a:bodyPr anchor="ctr">
            <a:normAutofit/>
          </a:bodyPr>
          <a:lstStyle/>
          <a:p>
            <a:r>
              <a:rPr lang="en-US" sz="2000">
                <a:solidFill>
                  <a:srgbClr val="000000"/>
                </a:solidFill>
              </a:rPr>
              <a:t>Some objects when clicked will add a book to your inventory.</a:t>
            </a:r>
          </a:p>
          <a:p>
            <a:r>
              <a:rPr lang="en-US" sz="2000">
                <a:solidFill>
                  <a:srgbClr val="000000"/>
                </a:solidFill>
              </a:rPr>
              <a:t>Each book will contain a narrative story about a folktale with illustrative pictures.</a:t>
            </a:r>
          </a:p>
          <a:p>
            <a:endParaRPr lang="en-DE" sz="2000">
              <a:solidFill>
                <a:srgbClr val="000000"/>
              </a:solidFill>
            </a:endParaRPr>
          </a:p>
        </p:txBody>
      </p:sp>
      <p:sp>
        <p:nvSpPr>
          <p:cNvPr id="14"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fik 4" descr="Ein Bild, das Blume, Zeichnung enthält.&#10;&#10;Automatisch generierte Beschreibung">
            <a:extLst>
              <a:ext uri="{FF2B5EF4-FFF2-40B4-BE49-F238E27FC236}">
                <a16:creationId xmlns:a16="http://schemas.microsoft.com/office/drawing/2014/main" id="{77A89B00-23A5-4214-BD4E-FFD7D88C835C}"/>
              </a:ext>
            </a:extLst>
          </p:cNvPr>
          <p:cNvPicPr>
            <a:picLocks noChangeAspect="1"/>
          </p:cNvPicPr>
          <p:nvPr/>
        </p:nvPicPr>
        <p:blipFill rotWithShape="1">
          <a:blip r:embed="rId3">
            <a:extLst>
              <a:ext uri="{28A0092B-C50C-407E-A947-70E740481C1C}">
                <a14:useLocalDpi xmlns:a14="http://schemas.microsoft.com/office/drawing/2010/main" val="0"/>
              </a:ext>
            </a:extLst>
          </a:blip>
          <a:srcRect l="26639" r="29911"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9" name="Rechteck 8">
            <a:extLst>
              <a:ext uri="{FF2B5EF4-FFF2-40B4-BE49-F238E27FC236}">
                <a16:creationId xmlns:a16="http://schemas.microsoft.com/office/drawing/2014/main" id="{D1DCB808-F52A-43F5-B21D-9B61A13BD684}"/>
              </a:ext>
            </a:extLst>
          </p:cNvPr>
          <p:cNvSpPr/>
          <p:nvPr/>
        </p:nvSpPr>
        <p:spPr>
          <a:xfrm>
            <a:off x="0" y="6492875"/>
            <a:ext cx="2377574" cy="369332"/>
          </a:xfrm>
          <a:prstGeom prst="rect">
            <a:avLst/>
          </a:prstGeom>
        </p:spPr>
        <p:txBody>
          <a:bodyPr wrap="none">
            <a:spAutoFit/>
          </a:bodyPr>
          <a:lstStyle/>
          <a:p>
            <a:pPr>
              <a:spcAft>
                <a:spcPts val="600"/>
              </a:spcAft>
            </a:pPr>
            <a:r>
              <a:rPr lang="en-US" dirty="0"/>
              <a:t>Imen Hellali 2020/2021</a:t>
            </a:r>
            <a:endParaRPr lang="en-DE" dirty="0"/>
          </a:p>
        </p:txBody>
      </p:sp>
    </p:spTree>
    <p:extLst>
      <p:ext uri="{BB962C8B-B14F-4D97-AF65-F5344CB8AC3E}">
        <p14:creationId xmlns:p14="http://schemas.microsoft.com/office/powerpoint/2010/main" val="233776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0BC9EFE1-D8CB-4668-9980-DB108327A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7CBAE1BD-B8E4-4029-8AA2-C77E4FED9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itel 1">
            <a:extLst>
              <a:ext uri="{FF2B5EF4-FFF2-40B4-BE49-F238E27FC236}">
                <a16:creationId xmlns:a16="http://schemas.microsoft.com/office/drawing/2014/main" id="{D4ED533F-D302-45A4-A274-986C4BB3A0B0}"/>
              </a:ext>
            </a:extLst>
          </p:cNvPr>
          <p:cNvSpPr txBox="1">
            <a:spLocks/>
          </p:cNvSpPr>
          <p:nvPr/>
        </p:nvSpPr>
        <p:spPr>
          <a:xfrm>
            <a:off x="6096000" y="2898409"/>
            <a:ext cx="5971849" cy="2515419"/>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de-DE" sz="4400" dirty="0"/>
              <a:t>End : Escape</a:t>
            </a:r>
            <a:br>
              <a:rPr lang="de-DE" sz="4400" dirty="0"/>
            </a:br>
            <a:r>
              <a:rPr lang="de-DE" sz="4400" dirty="0" err="1"/>
              <a:t>Kanashibari</a:t>
            </a:r>
            <a:r>
              <a:rPr lang="de-DE" sz="4400" dirty="0"/>
              <a:t> </a:t>
            </a:r>
            <a:r>
              <a:rPr lang="ko-KR" altLang="en-US" sz="4400" dirty="0"/>
              <a:t>金縛</a:t>
            </a:r>
            <a:r>
              <a:rPr lang="ja-JP" altLang="en-US" sz="4400" dirty="0"/>
              <a:t>り</a:t>
            </a:r>
            <a:br>
              <a:rPr lang="en-DE" sz="4400" dirty="0"/>
            </a:br>
            <a:endParaRPr lang="en-US" sz="4400" dirty="0">
              <a:solidFill>
                <a:srgbClr val="000000"/>
              </a:solidFill>
            </a:endParaRPr>
          </a:p>
          <a:p>
            <a:pPr>
              <a:spcAft>
                <a:spcPts val="600"/>
              </a:spcAft>
            </a:pPr>
            <a:endParaRPr lang="en-US" sz="4400" dirty="0">
              <a:solidFill>
                <a:srgbClr val="000000"/>
              </a:solidFill>
            </a:endParaRPr>
          </a:p>
        </p:txBody>
      </p:sp>
      <p:sp>
        <p:nvSpPr>
          <p:cNvPr id="34" name="Freeform 49">
            <a:extLst>
              <a:ext uri="{FF2B5EF4-FFF2-40B4-BE49-F238E27FC236}">
                <a16:creationId xmlns:a16="http://schemas.microsoft.com/office/drawing/2014/main" id="{77DA6D33-2D62-458C-BF5D-DBF612FD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fik 3" descr="Ein Bild, das Blume, Zeichnung enthält.&#10;&#10;Automatisch generierte Beschreibung">
            <a:extLst>
              <a:ext uri="{FF2B5EF4-FFF2-40B4-BE49-F238E27FC236}">
                <a16:creationId xmlns:a16="http://schemas.microsoft.com/office/drawing/2014/main" id="{6CA2C52C-E3A6-453E-A63F-82D949FB5629}"/>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26639" r="29911" b="-1"/>
          <a:stretch/>
        </p:blipFill>
        <p:spPr>
          <a:xfrm>
            <a:off x="1" y="770037"/>
            <a:ext cx="5298683" cy="6097438"/>
          </a:xfrm>
          <a:custGeom>
            <a:avLst/>
            <a:gdLst/>
            <a:ahLst/>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effectLst>
            <a:softEdge rad="0"/>
          </a:effectLst>
        </p:spPr>
      </p:pic>
      <p:sp>
        <p:nvSpPr>
          <p:cNvPr id="5" name="Textfeld 4">
            <a:extLst>
              <a:ext uri="{FF2B5EF4-FFF2-40B4-BE49-F238E27FC236}">
                <a16:creationId xmlns:a16="http://schemas.microsoft.com/office/drawing/2014/main" id="{C198C739-4587-4062-B03E-904F0E256816}"/>
              </a:ext>
            </a:extLst>
          </p:cNvPr>
          <p:cNvSpPr txBox="1"/>
          <p:nvPr/>
        </p:nvSpPr>
        <p:spPr>
          <a:xfrm>
            <a:off x="10034575" y="6532179"/>
            <a:ext cx="2554014" cy="325821"/>
          </a:xfrm>
          <a:prstGeom prst="rect">
            <a:avLst/>
          </a:prstGeom>
        </p:spPr>
        <p:txBody>
          <a:bodyPr vert="horz" wrap="none" lIns="91440" tIns="45720" rIns="91440" bIns="45720" rtlCol="0" anchor="b">
            <a:normAutofit/>
          </a:bodyPr>
          <a:lstStyle/>
          <a:p>
            <a:pPr algn="l">
              <a:lnSpc>
                <a:spcPct val="90000"/>
              </a:lnSpc>
              <a:spcAft>
                <a:spcPts val="600"/>
              </a:spcAft>
            </a:pPr>
            <a:r>
              <a:rPr lang="en-US" sz="1700" dirty="0"/>
              <a:t>Imen Hellali 2020/2021</a:t>
            </a:r>
            <a:endParaRPr lang="en-DE" sz="1700" dirty="0"/>
          </a:p>
        </p:txBody>
      </p:sp>
    </p:spTree>
    <p:extLst>
      <p:ext uri="{BB962C8B-B14F-4D97-AF65-F5344CB8AC3E}">
        <p14:creationId xmlns:p14="http://schemas.microsoft.com/office/powerpoint/2010/main" val="35311221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b">
        <a:normAutofit/>
      </a:bodyPr>
      <a:lstStyle>
        <a:defPPr algn="l">
          <a:defRPr dirty="0" err="1"/>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1948</Words>
  <Application>Microsoft Office PowerPoint</Application>
  <PresentationFormat>Widescreen</PresentationFormat>
  <Paragraphs>177</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vt:lpstr>
      <vt:lpstr>PowerPoint Presentation</vt:lpstr>
      <vt:lpstr>Game genre</vt:lpstr>
      <vt:lpstr>Game Goal</vt:lpstr>
      <vt:lpstr>Game Idea</vt:lpstr>
      <vt:lpstr>Game Idea</vt:lpstr>
      <vt:lpstr>Game World</vt:lpstr>
      <vt:lpstr>Game Mechanics</vt:lpstr>
      <vt:lpstr>Level 0: Intro</vt:lpstr>
      <vt:lpstr>Level 1: Butsudan </vt:lpstr>
      <vt:lpstr>Puzzles in Level 1</vt:lpstr>
      <vt:lpstr>Story in Level 1</vt:lpstr>
      <vt:lpstr>Level 2: Japanese Portraits and Interior design </vt:lpstr>
      <vt:lpstr>Puzzles in Level 2</vt:lpstr>
      <vt:lpstr>Story in Level 2</vt:lpstr>
      <vt:lpstr>Level 3: Japanese Traditional Garden and exterior design</vt:lpstr>
      <vt:lpstr>Puzzles in Level 3</vt:lpstr>
      <vt:lpstr>Story in Level 3</vt:lpstr>
      <vt:lpstr>Level 4: Musical Instruments</vt:lpstr>
      <vt:lpstr>Puzzles in Level 4</vt:lpstr>
      <vt:lpstr>Story in Level 4</vt:lpstr>
      <vt:lpstr>Level 5: Food</vt:lpstr>
      <vt:lpstr>Puzzles in Level 5</vt:lpstr>
      <vt:lpstr>Story in Level 5</vt:lpstr>
      <vt:lpstr>Level 6: Path to the temple </vt:lpstr>
      <vt:lpstr>Story in Level 6</vt:lpstr>
      <vt:lpstr>Level 7: Merchants and stands</vt:lpstr>
      <vt:lpstr>Puzzles in Level 7 </vt:lpstr>
      <vt:lpstr>Story in Level 7</vt:lpstr>
      <vt:lpstr>Level 8: Spirit Houses</vt:lpstr>
      <vt:lpstr>Puzzles in Level 8</vt:lpstr>
      <vt:lpstr>Story in Level 8</vt:lpstr>
      <vt:lpstr>Level 9: Temple</vt:lpstr>
      <vt:lpstr>Story in Level 9</vt:lpstr>
      <vt:lpstr>Characters:</vt:lpstr>
      <vt:lpstr>Bonus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hella</dc:creator>
  <cp:lastModifiedBy>Imen Hellali</cp:lastModifiedBy>
  <cp:revision>3</cp:revision>
  <dcterms:created xsi:type="dcterms:W3CDTF">2020-11-18T18:37:30Z</dcterms:created>
  <dcterms:modified xsi:type="dcterms:W3CDTF">2023-10-18T20:25:43Z</dcterms:modified>
</cp:coreProperties>
</file>