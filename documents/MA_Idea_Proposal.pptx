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5" r:id="rId5"/>
    <p:sldId id="260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94" autoAdjust="0"/>
  </p:normalViewPr>
  <p:slideViewPr>
    <p:cSldViewPr snapToGrid="0">
      <p:cViewPr varScale="1">
        <p:scale>
          <a:sx n="105" d="100"/>
          <a:sy n="105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D21DD-0DF1-54C7-0D81-211B829261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9F9DD-FEE5-90FF-BFC5-6C126FEF26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7924E-C22B-474D-9442-7B1852A367FD}" type="datetimeFigureOut">
              <a:rPr lang="en-DE" smtClean="0"/>
              <a:t>17/11/2023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EF725-720D-3F82-1B18-B2E9D3A6AF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D90DB-BA66-DE66-8585-BC65295C7D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5ED19-FFF9-4C24-B8C3-4F1A3296B46C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01791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6E515-6BD9-4134-A954-7BEAE5892A62}" type="datetimeFigureOut">
              <a:rPr lang="en-DE" smtClean="0"/>
              <a:t>17/11/2023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E6021-F265-4AD6-AC4E-2FE6B97F559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52152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435C-5180-A032-EDA0-082FA2ACE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ECB51-654F-8E36-3F15-8B442615B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56BEA-0B6D-85CB-B638-AEEA75B7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0C8-1B47-4ACA-9878-5B9EA98F925F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1BA32-3E7B-C08B-4F4F-636F3721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010F2-3C0E-32A7-3549-32FC9782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84131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2F996-2660-EBAB-68EC-A3D432FD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3BE93-F9E2-EBFE-67D1-0FDC060E2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0B38-2C0C-2BA0-FDC9-5D491F6C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CCFB2-F805-4024-83FA-A6CC723EDD24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85A4F-F55C-7AFC-410B-DEDFBA76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892AA-0C28-EABA-1C58-261DD7F5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096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E1D9-DE3C-AD3B-D0FC-E83323FC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C89B4-4F83-BF8A-64B4-0A045192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F771-1DBB-F852-5BA0-BCCB137B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62711-54D8-4E82-AD94-337316C7C26B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8A140-E8B8-4560-00FA-D5D57D135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C84-41BA-5A75-9F54-CC43F055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528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46C7-B356-0C6C-117C-24375BE5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D4BBD-FCC5-4BDD-4F75-B63AEF1A1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A2A0E-7C5E-81E3-44B6-D3881339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7F8DD-6962-E1EC-5D9B-4918FB00A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F41F-D3AD-4AB7-901A-E56170F0F614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6F2FA-C4F5-F1F9-0FD3-A7AF82F9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9BA2C-5C42-CE72-260F-6F159EF2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829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9BC0-B814-D218-A7C2-7CF1AEC8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2C921-B1F0-8E65-749F-496079033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3D7B5-78AD-4E5F-A4FA-F65E1AA17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A7DFE0-862F-E4EB-36F5-0AC48B018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83C49-9E72-DB6B-2586-E9E978A55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488AA-62E6-4D02-81BA-39A30FE4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509D6-DE1E-4771-AC7F-16FC5E039A0C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33429-B55A-F392-2CD2-B357ACBB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9E6D8-10C0-7DB6-DCC2-598C0D1A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5829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2232-4558-D7D4-BCD5-46AB9B13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A576C-96EB-1627-707D-4CC18B6E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A4605-D04B-46F7-B7C1-52DAFF53ECDD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97396-0386-F88E-1D92-016445DE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B876A-3BEE-E65B-674A-29BF0940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944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7072D-935B-83D1-7D6D-4F188710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E1C5-E10E-47DF-939C-9CC3E342B983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AE885-36CA-0FEC-A2A2-1FDEB422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1F0E9-F12F-1DE1-8D11-7DE71D90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482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BB22-3078-8F5D-44C2-8521174DD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55FF-F85F-01EE-8787-834CF5806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078BE-AAC7-8E53-4113-720077D2C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6784A-4B98-DADF-267A-62360F51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7A1D8-407A-4785-B819-66B7CD21161B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FBAD3-32D6-523D-EB29-83D3F52E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72DEA-5069-237C-6444-74FDAC03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725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D90C-3555-8CBF-F8EE-30870652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69605-B607-4B83-24AD-1CB62B28A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52372-918D-9669-B958-2889009C4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970AA-29B5-FD24-3C42-827BCB11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4A82E-2549-448A-AA3F-57CEBC2FB251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ABE17-335F-5EC5-B887-534AEAED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258A2-C3C0-5E6C-406E-5F3D6894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557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A031-4727-B3CC-5738-ED7F8A19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B6CA2-228D-7675-6871-1F249503E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DB14-E178-255F-1371-F8B67BCC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45772-C76D-4153-B91D-896FE05F3C79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CF35-3EDA-8BEF-7B3B-9081823B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C9A13-D429-5E17-7F8F-2D89841F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5376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6687C-484F-5DB3-1A7E-EC5B040F5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B776A-D82D-A3C3-18AF-E3A016D23D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22ACD-24BC-2BFD-64E8-690BAD7F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6FB9-E0D7-4609-A303-39754778B7B9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24168-9B1F-54FF-3344-D374B95A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6EF1E-2CCB-227A-CCDD-09596DF6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5507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78AF4-F8DE-70B5-58AD-827980E9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29124-34B5-1D14-CDA6-8571B3055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311FA-160B-C184-8730-E58031827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D7840-5ED5-4558-AA71-263C5E288D09}" type="datetime8">
              <a:rPr lang="en-DE" smtClean="0"/>
              <a:t>17/11/2023 16:17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0B81-EE7E-856F-BE09-9D759674A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035F-A2DE-E008-9087-75C15C353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E232C-3AB7-4128-814D-55D15B05DCF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241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29960-EFBD-902A-C4D8-B5411C6B21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7077" b="845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ACBA20-3AAE-D642-976D-66BF70C59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Takao’s Diary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6FE02-0479-524B-9F11-57A134A7E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Daily life of a high-ranking Yoshiwara Oiran 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F9E86-36F6-0D6A-7BC1-E6643694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DE" dirty="0"/>
              <a:t>Imen Hellali Master Thesis Idea 2023/2024</a:t>
            </a:r>
          </a:p>
        </p:txBody>
      </p:sp>
    </p:spTree>
    <p:extLst>
      <p:ext uri="{BB962C8B-B14F-4D97-AF65-F5344CB8AC3E}">
        <p14:creationId xmlns:p14="http://schemas.microsoft.com/office/powerpoint/2010/main" val="1208093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2479-C3F2-880C-A2E8-237662EEF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1" b="3177"/>
          <a:stretch/>
        </p:blipFill>
        <p:spPr>
          <a:xfrm>
            <a:off x="-3047" y="0"/>
            <a:ext cx="9814786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9935B-B777-031F-06C5-EA999EEE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Learning Goal:</a:t>
            </a:r>
            <a:endParaRPr lang="en-D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9E33-884F-0125-7A67-C24403B63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Teach how courtesans during the Edo period were drafted (real history).</a:t>
            </a:r>
          </a:p>
          <a:p>
            <a:r>
              <a:rPr lang="en-US" sz="2000" dirty="0"/>
              <a:t>Teach the lifecycle of the Edo period courtesans within a </a:t>
            </a:r>
            <a:r>
              <a:rPr lang="en-US" sz="2000" dirty="0" err="1"/>
              <a:t>Yukaku</a:t>
            </a:r>
            <a:r>
              <a:rPr lang="en-US" sz="2000" dirty="0"/>
              <a:t> House (real history). </a:t>
            </a:r>
          </a:p>
          <a:p>
            <a:r>
              <a:rPr lang="en-US" sz="2000" dirty="0"/>
              <a:t>Teach about Edo period pleasure district common activities, practices and stories (real history with added drama).</a:t>
            </a:r>
          </a:p>
          <a:p>
            <a:r>
              <a:rPr lang="en-US" sz="2000" dirty="0"/>
              <a:t>Experience art, religion, politics and aesthetics during the Edo period. </a:t>
            </a:r>
            <a:endParaRPr lang="en-DE" sz="20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5469B-553C-0346-8490-4F0A4409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Imen Hellali Master Thesis Idea 2023/2024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D9A00-0139-EE02-2496-E8E2CB92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409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2ACEE-5A2D-9219-EF1F-EBA75197E6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2" b="10855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B4EFF-40A4-3734-F284-F9B0D422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Game Goal:</a:t>
            </a:r>
            <a:endParaRPr lang="en-D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5667F-D02B-A2AC-0DE0-05A523F5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/>
              <a:t>Live through all the pages of Takao’s diary, from her childhood to her death. (Fill the missing pages of the diary by performing actions within the game)</a:t>
            </a:r>
          </a:p>
          <a:p>
            <a:r>
              <a:rPr lang="en-US" sz="2000"/>
              <a:t>Learn about her life, inspired by real life events and common practices during the Edo period Japan.  </a:t>
            </a:r>
            <a:endParaRPr lang="en-DE" sz="2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6BF50-D85C-FD78-66AD-A20EB472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BC76-8EED-E13F-72B7-2F4BA0AC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5919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2479-C3F2-880C-A2E8-237662EEF4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7" b="16147"/>
          <a:stretch/>
        </p:blipFill>
        <p:spPr>
          <a:xfrm>
            <a:off x="-3047" y="0"/>
            <a:ext cx="9814786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9935B-B777-031F-06C5-EA999EEE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Game Genre:</a:t>
            </a: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9E33-884F-0125-7A67-C24403B63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Story telling (in speech mostly)</a:t>
            </a:r>
          </a:p>
          <a:p>
            <a:r>
              <a:rPr lang="en-US" sz="2000" dirty="0"/>
              <a:t>Guided puzzle game</a:t>
            </a:r>
          </a:p>
          <a:p>
            <a:r>
              <a:rPr lang="en-US" sz="2000" dirty="0"/>
              <a:t>RPG</a:t>
            </a:r>
          </a:p>
          <a:p>
            <a:r>
              <a:rPr lang="en-US" sz="2000" dirty="0"/>
              <a:t>Serious game. </a:t>
            </a:r>
          </a:p>
          <a:p>
            <a:r>
              <a:rPr lang="en-US" sz="2000" dirty="0"/>
              <a:t>VR?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55149-06FE-8D0D-1966-F405831B9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147B8-085C-DA9C-1500-04C8B308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045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47881F-DCEA-D480-9DBB-4BAF64BBB1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27077" b="845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B4EFF-40A4-3734-F284-F9B0D422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Game Story: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5667F-D02B-A2AC-0DE0-05A523F5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The story follows the daily life of a </a:t>
            </a:r>
            <a:r>
              <a:rPr lang="en-US" sz="2600" dirty="0" err="1">
                <a:solidFill>
                  <a:srgbClr val="FFFFFF"/>
                </a:solidFill>
              </a:rPr>
              <a:t>tayū</a:t>
            </a:r>
            <a:r>
              <a:rPr lang="en-US" sz="2600" dirty="0">
                <a:solidFill>
                  <a:srgbClr val="FFFFFF"/>
                </a:solidFill>
              </a:rPr>
              <a:t> (highest ranking </a:t>
            </a:r>
            <a:r>
              <a:rPr lang="en-US" sz="2600" dirty="0" err="1">
                <a:solidFill>
                  <a:srgbClr val="FFFFFF"/>
                </a:solidFill>
              </a:rPr>
              <a:t>Yoshiwara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Oiran</a:t>
            </a:r>
            <a:r>
              <a:rPr lang="en-US" sz="2600" dirty="0">
                <a:solidFill>
                  <a:srgbClr val="FFFFFF"/>
                </a:solidFill>
              </a:rPr>
              <a:t>) from her childhood, usual routine during her prime, her most insane activities and rituals practiced by </a:t>
            </a:r>
            <a:r>
              <a:rPr lang="en-US" sz="2600" dirty="0" err="1">
                <a:solidFill>
                  <a:srgbClr val="FFFFFF"/>
                </a:solidFill>
              </a:rPr>
              <a:t>Oirans</a:t>
            </a:r>
            <a:r>
              <a:rPr lang="en-US" sz="2600" dirty="0">
                <a:solidFill>
                  <a:srgbClr val="FFFFFF"/>
                </a:solidFill>
              </a:rPr>
              <a:t> during the Edo period, followed by her last days.</a:t>
            </a:r>
          </a:p>
          <a:p>
            <a:r>
              <a:rPr lang="en-US" sz="2600" dirty="0">
                <a:solidFill>
                  <a:srgbClr val="FFFFFF"/>
                </a:solidFill>
              </a:rPr>
              <a:t>Takao is a </a:t>
            </a:r>
            <a:r>
              <a:rPr lang="en-US" sz="2600" dirty="0" err="1">
                <a:solidFill>
                  <a:srgbClr val="FFFFFF"/>
                </a:solidFill>
              </a:rPr>
              <a:t>tayū</a:t>
            </a:r>
            <a:r>
              <a:rPr lang="en-US" sz="2600" dirty="0">
                <a:solidFill>
                  <a:srgbClr val="FFFFFF"/>
                </a:solidFill>
              </a:rPr>
              <a:t> that was taken prisoner at an early age into a </a:t>
            </a:r>
            <a:r>
              <a:rPr lang="en-US" sz="2600" dirty="0" err="1">
                <a:solidFill>
                  <a:srgbClr val="FFFFFF"/>
                </a:solidFill>
              </a:rPr>
              <a:t>Yukaku</a:t>
            </a:r>
            <a:r>
              <a:rPr lang="en-US" sz="2600" dirty="0">
                <a:solidFill>
                  <a:srgbClr val="FFFFFF"/>
                </a:solidFill>
              </a:rPr>
              <a:t> House.</a:t>
            </a:r>
          </a:p>
          <a:p>
            <a:r>
              <a:rPr lang="en-US" sz="2600" dirty="0">
                <a:solidFill>
                  <a:srgbClr val="FFFFFF"/>
                </a:solidFill>
              </a:rPr>
              <a:t>While conducting her daily life she meets </a:t>
            </a:r>
            <a:r>
              <a:rPr lang="en-DE" sz="2600" dirty="0" err="1">
                <a:solidFill>
                  <a:srgbClr val="FFFFFF"/>
                </a:solidFill>
              </a:rPr>
              <a:t>Tsunamune</a:t>
            </a:r>
            <a:r>
              <a:rPr lang="en-US" sz="2600" dirty="0">
                <a:solidFill>
                  <a:srgbClr val="FFFFFF"/>
                </a:solidFill>
              </a:rPr>
              <a:t> as her primary client.</a:t>
            </a:r>
          </a:p>
          <a:p>
            <a:r>
              <a:rPr lang="en-US" sz="2600" dirty="0">
                <a:solidFill>
                  <a:srgbClr val="FFFFFF"/>
                </a:solidFill>
              </a:rPr>
              <a:t>She captivates </a:t>
            </a:r>
            <a:r>
              <a:rPr lang="en-DE" sz="2600" dirty="0" err="1">
                <a:solidFill>
                  <a:srgbClr val="FFFFFF"/>
                </a:solidFill>
              </a:rPr>
              <a:t>Tsunamune</a:t>
            </a:r>
            <a:r>
              <a:rPr lang="en-US" sz="2600" dirty="0">
                <a:solidFill>
                  <a:srgbClr val="FFFFFF"/>
                </a:solidFill>
              </a:rPr>
              <a:t> and seduces him to pay her debt to escape her faith.</a:t>
            </a:r>
          </a:p>
          <a:p>
            <a:r>
              <a:rPr lang="en-US" sz="2600" dirty="0">
                <a:solidFill>
                  <a:srgbClr val="FFFFFF"/>
                </a:solidFill>
              </a:rPr>
              <a:t>Yet their relationship takes on a tragic road. </a:t>
            </a:r>
          </a:p>
          <a:p>
            <a:endParaRPr lang="en-US" sz="26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2600" dirty="0">
              <a:solidFill>
                <a:srgbClr val="FFFFFF"/>
              </a:solidFill>
            </a:endParaRPr>
          </a:p>
          <a:p>
            <a:endParaRPr lang="en-DE" sz="2600" dirty="0">
              <a:solidFill>
                <a:srgbClr val="FFFFFF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86C451-2D7F-EEBE-C014-242D465A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50D4F-B4A0-BBFD-EF40-9608D22E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983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2479-C3F2-880C-A2E8-237662EEF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1" b="3177"/>
          <a:stretch/>
        </p:blipFill>
        <p:spPr>
          <a:xfrm>
            <a:off x="-3047" y="0"/>
            <a:ext cx="9814786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9935B-B777-031F-06C5-EA999EEE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Inspired by:</a:t>
            </a: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9E33-884F-0125-7A67-C24403B63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Manji Takao (</a:t>
            </a:r>
            <a:r>
              <a:rPr lang="ko-KR" altLang="en-US" sz="2000" dirty="0"/>
              <a:t>高尾</a:t>
            </a:r>
            <a:r>
              <a:rPr lang="en-US" altLang="ko-KR" sz="2000" dirty="0"/>
              <a:t>, 1640 – </a:t>
            </a:r>
            <a:r>
              <a:rPr lang="en-US" sz="2000" dirty="0"/>
              <a:t>December 5, 1659),a </a:t>
            </a:r>
            <a:r>
              <a:rPr lang="en-US" sz="2000" dirty="0" err="1"/>
              <a:t>tayū</a:t>
            </a:r>
            <a:r>
              <a:rPr lang="en-US" sz="2000" dirty="0"/>
              <a:t> (highest-ranking courtesan) of the </a:t>
            </a:r>
            <a:r>
              <a:rPr lang="en-US" sz="2000" dirty="0" err="1"/>
              <a:t>Yoshiwara</a:t>
            </a:r>
            <a:r>
              <a:rPr lang="en-US" sz="2000" dirty="0"/>
              <a:t> red light district of Edo, under contract to the Great Miura.</a:t>
            </a:r>
          </a:p>
          <a:p>
            <a:r>
              <a:rPr lang="en-US" sz="2000" dirty="0"/>
              <a:t>Date </a:t>
            </a:r>
            <a:r>
              <a:rPr lang="en-US" sz="2000" dirty="0" err="1"/>
              <a:t>Tsunamune</a:t>
            </a:r>
            <a:r>
              <a:rPr lang="en-US" sz="2000" dirty="0"/>
              <a:t> (</a:t>
            </a:r>
            <a:r>
              <a:rPr lang="ko-KR" altLang="en-US" sz="2000" dirty="0"/>
              <a:t>伊達 綱宗</a:t>
            </a:r>
            <a:r>
              <a:rPr lang="en-US" altLang="ko-KR" sz="2000" dirty="0"/>
              <a:t>, 23 </a:t>
            </a:r>
            <a:r>
              <a:rPr lang="en-US" sz="2000" dirty="0"/>
              <a:t>September 1640 – 19 July 1711), Edo period Japanese samurai, and the 3rd </a:t>
            </a:r>
            <a:r>
              <a:rPr lang="en-US" sz="2000" dirty="0" err="1"/>
              <a:t>daimyō</a:t>
            </a:r>
            <a:r>
              <a:rPr lang="en-US" sz="2000" dirty="0"/>
              <a:t> of Sendai Domain in northern Japan from 1658 to 1660.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34ACFC-C07A-BABF-DED4-2C345A6D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F25DE-765A-AF6B-5FCF-167837F6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213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2ACEE-5A2D-9219-EF1F-EBA75197E6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2" b="10855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B4EFF-40A4-3734-F284-F9B0D422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Verify Teaching:</a:t>
            </a: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5667F-D02B-A2AC-0DE0-05A523F5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Conduct a quantitative and qualitative survey</a:t>
            </a:r>
          </a:p>
          <a:p>
            <a:r>
              <a:rPr lang="en-US" sz="2000" dirty="0"/>
              <a:t>Quantitative: contains knowledge questions of elements in game</a:t>
            </a:r>
          </a:p>
          <a:p>
            <a:r>
              <a:rPr lang="en-US" sz="2000" dirty="0"/>
              <a:t>Qualitative: Suggestions on how to improve the learning factor</a:t>
            </a:r>
            <a:endParaRPr lang="en-D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D909E-DC5D-4461-4044-4E6AC5B51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2F86-FDD3-46FC-A744-5BB87D44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537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2479-C3F2-880C-A2E8-237662EEF4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47" b="16147"/>
          <a:stretch/>
        </p:blipFill>
        <p:spPr>
          <a:xfrm>
            <a:off x="-3047" y="0"/>
            <a:ext cx="9814786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9935B-B777-031F-06C5-EA999EEE1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Timeline:</a:t>
            </a:r>
            <a:endParaRPr lang="en-DE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9E33-884F-0125-7A67-C24403B63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dirty="0"/>
              <a:t>No steps yet (as I still didn’t think of the mechanics nor the detailed story itself) but I will make extension for sure later to participate in demo-day during summer and finish the whole diary not just a part of it.  </a:t>
            </a:r>
          </a:p>
          <a:p>
            <a:r>
              <a:rPr lang="en-US" sz="2000" dirty="0"/>
              <a:t>Start 15 December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950B0-74B7-BE7D-88DA-C2ABBEE9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/>
              <a:t>Imen Hellali Master Thesis Idea 2023/2024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9A40-FD48-EE57-FCF4-1D9124A8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E232C-3AB7-4128-814D-55D15B05DCFE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069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2813</TotalTime>
  <Words>450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Takao’s Diary</vt:lpstr>
      <vt:lpstr>Learning Goal:</vt:lpstr>
      <vt:lpstr>Game Goal:</vt:lpstr>
      <vt:lpstr>Game Genre:</vt:lpstr>
      <vt:lpstr>Game Story:</vt:lpstr>
      <vt:lpstr>Inspired by:</vt:lpstr>
      <vt:lpstr>Verify Teaching:</vt:lpstr>
      <vt:lpstr>Timeline: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Hellali, Imen</dc:creator>
  <cp:lastModifiedBy>Imen Hellali</cp:lastModifiedBy>
  <cp:revision>8</cp:revision>
  <dcterms:created xsi:type="dcterms:W3CDTF">2023-11-07T11:33:46Z</dcterms:created>
  <dcterms:modified xsi:type="dcterms:W3CDTF">2023-11-17T15:19:21Z</dcterms:modified>
</cp:coreProperties>
</file>